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6.xml" ContentType="application/vnd.openxmlformats-officedocument.theme+xml"/>
  <Override PartName="/ppt/theme/theme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5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0.xml" ContentType="application/vnd.openxmlformats-officedocument.theme+xml"/>
  <Override PartName="/ppt/theme/theme2.xml" ContentType="application/vnd.openxmlformats-officedocument.theme+xml"/>
  <Override PartName="/ppt/theme/theme29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24.xml" ContentType="application/vnd.openxmlformats-officedocument.theme+xml"/>
  <Override PartName="/ppt/theme/theme6.xml" ContentType="application/vnd.openxmlformats-officedocument.theme+xml"/>
  <Override PartName="/ppt/theme/theme42.xml" ContentType="application/vnd.openxmlformats-officedocument.theme+xml"/>
  <Override PartName="/ppt/theme/theme25.xml" ContentType="application/vnd.openxmlformats-officedocument.theme+xml"/>
  <Override PartName="/ppt/theme/theme7.xml" ContentType="application/vnd.openxmlformats-officedocument.theme+xml"/>
  <Override PartName="/ppt/theme/theme43.xml" ContentType="application/vnd.openxmlformats-officedocument.theme+xml"/>
  <Override PartName="/ppt/theme/theme8.xml" ContentType="application/vnd.openxmlformats-officedocument.theme+xml"/>
  <Override PartName="/ppt/theme/theme44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2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39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49" r:id="rId3"/>
    <p:sldMasterId id="2147483650" r:id="rId4"/>
    <p:sldMasterId id="2147483651" r:id="rId5"/>
    <p:sldMasterId id="2147483652" r:id="rId6"/>
    <p:sldMasterId id="2147483653" r:id="rId7"/>
    <p:sldMasterId id="2147483654" r:id="rId8"/>
    <p:sldMasterId id="2147483655" r:id="rId9"/>
    <p:sldMasterId id="2147483656" r:id="rId10"/>
    <p:sldMasterId id="2147483657" r:id="rId11"/>
    <p:sldMasterId id="2147483658" r:id="rId12"/>
    <p:sldMasterId id="2147483659" r:id="rId13"/>
    <p:sldMasterId id="2147483662" r:id="rId14"/>
    <p:sldMasterId id="2147483663" r:id="rId15"/>
    <p:sldMasterId id="2147483664" r:id="rId16"/>
    <p:sldMasterId id="2147483665" r:id="rId17"/>
    <p:sldMasterId id="2147483666" r:id="rId18"/>
    <p:sldMasterId id="2147483667" r:id="rId19"/>
    <p:sldMasterId id="2147483668" r:id="rId20"/>
    <p:sldMasterId id="2147483669" r:id="rId21"/>
    <p:sldMasterId id="2147483670" r:id="rId22"/>
    <p:sldMasterId id="2147483671" r:id="rId23"/>
    <p:sldMasterId id="2147483672" r:id="rId24"/>
    <p:sldMasterId id="2147483673" r:id="rId25"/>
    <p:sldMasterId id="2147483674" r:id="rId26"/>
    <p:sldMasterId id="2147483675" r:id="rId27"/>
    <p:sldMasterId id="2147483676" r:id="rId28"/>
    <p:sldMasterId id="2147483677" r:id="rId29"/>
    <p:sldMasterId id="2147483678" r:id="rId30"/>
    <p:sldMasterId id="2147483679" r:id="rId31"/>
    <p:sldMasterId id="2147483680" r:id="rId32"/>
    <p:sldMasterId id="2147483681" r:id="rId33"/>
    <p:sldMasterId id="2147483682" r:id="rId34"/>
    <p:sldMasterId id="2147483683" r:id="rId35"/>
    <p:sldMasterId id="2147483685" r:id="rId36"/>
    <p:sldMasterId id="2147483686" r:id="rId37"/>
    <p:sldMasterId id="2147483687" r:id="rId38"/>
    <p:sldMasterId id="2147483688" r:id="rId39"/>
    <p:sldMasterId id="2147483689" r:id="rId40"/>
    <p:sldMasterId id="2147483690" r:id="rId41"/>
    <p:sldMasterId id="2147483691" r:id="rId42"/>
    <p:sldMasterId id="2147483692" r:id="rId43"/>
    <p:sldMasterId id="2147483693" r:id="rId44"/>
    <p:sldMasterId id="2147483694" r:id="rId45"/>
  </p:sldMasterIdLst>
  <p:sldIdLst>
    <p:sldId id="256" r:id="rId46"/>
    <p:sldId id="257" r:id="rId47"/>
    <p:sldId id="258" r:id="rId48"/>
    <p:sldId id="259" r:id="rId49"/>
    <p:sldId id="260" r:id="rId50"/>
    <p:sldId id="261" r:id="rId51"/>
    <p:sldId id="262" r:id="rId52"/>
    <p:sldId id="263" r:id="rId53"/>
    <p:sldId id="264" r:id="rId54"/>
    <p:sldId id="265" r:id="rId55"/>
    <p:sldId id="266" r:id="rId56"/>
    <p:sldId id="267" r:id="rId57"/>
    <p:sldId id="268" r:id="rId58"/>
    <p:sldId id="269" r:id="rId59"/>
    <p:sldId id="270" r:id="rId60"/>
    <p:sldId id="271" r:id="rId61"/>
    <p:sldId id="272" r:id="rId62"/>
    <p:sldId id="273" r:id="rId63"/>
    <p:sldId id="274" r:id="rId64"/>
    <p:sldId id="275" r:id="rId65"/>
    <p:sldId id="276" r:id="rId66"/>
  </p:sldIdLst>
  <p:sldSz cx="18288000" cy="10287000"/>
  <p:notesSz cx="6858000" cy="9144000"/>
  <p:embeddedFontLst>
    <p:embeddedFont>
      <p:font typeface="Proxima Nova"/>
    </p:embeddedFont>
    <p:embeddedFont>
      <p:font typeface="Proxima Nova Semibold"/>
    </p:embeddedFont>
    <p:embeddedFont>
      <p:font typeface="Microsoft YaHei"/>
    </p:embeddedFont>
    <p:embeddedFont>
      <p:font typeface="Lucida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" Target="slides/slide1.xml"/><Relationship Id="rId47" Type="http://schemas.openxmlformats.org/officeDocument/2006/relationships/slide" Target="slides/slide2.xml"/><Relationship Id="rId48" Type="http://schemas.openxmlformats.org/officeDocument/2006/relationships/slide" Target="slides/slide3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7" Type="http://schemas.openxmlformats.org/officeDocument/2006/relationships/slide" Target="slides/slide12.xml"/><Relationship Id="rId58" Type="http://schemas.openxmlformats.org/officeDocument/2006/relationships/slide" Target="slides/slide13.xml"/><Relationship Id="rId59" Type="http://schemas.openxmlformats.org/officeDocument/2006/relationships/slide" Target="slides/slide14.xml"/><Relationship Id="rId60" Type="http://schemas.openxmlformats.org/officeDocument/2006/relationships/slide" Target="slides/slide15.xml"/><Relationship Id="rId61" Type="http://schemas.openxmlformats.org/officeDocument/2006/relationships/slide" Target="slides/slide16.xml"/><Relationship Id="rId62" Type="http://schemas.openxmlformats.org/officeDocument/2006/relationships/slide" Target="slides/slide17.xml"/><Relationship Id="rId63" Type="http://schemas.openxmlformats.org/officeDocument/2006/relationships/slide" Target="slides/slide18.xml"/><Relationship Id="rId64" Type="http://schemas.openxmlformats.org/officeDocument/2006/relationships/slide" Target="slides/slide19.xml"/><Relationship Id="rId65" Type="http://schemas.openxmlformats.org/officeDocument/2006/relationships/slide" Target="slides/slide20.xml"/><Relationship Id="rId66" Type="http://schemas.openxmlformats.org/officeDocument/2006/relationships/slide" Target="slides/slide21.xml"/><Relationship Id="rId6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USTOM_3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 type="subTitle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_1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1" name="Google Shape;16;p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32" name="Google Shape;17;p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33" name="Google Shape;18;p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34" name="Google Shape;19;p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35" name="Google Shape;20;p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3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8" name="Google Shape;16;p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39" name="Google Shape;17;p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0" name="Google Shape;18;p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1" name="Google Shape;19;p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2" name="Google Shape;20;p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5" name="Google Shape;16;p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46" name="Google Shape;17;p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7" name="Google Shape;18;p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8" name="Google Shape;19;p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49" name="Google Shape;20;p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5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image" Target="../media/image3.png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4.png"/><Relationship Id="rId3" Type="http://schemas.openxmlformats.org/officeDocument/2006/relationships/image" Target="../media/image5.png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5.png"/><Relationship Id="rId3" Type="http://schemas.openxmlformats.org/officeDocument/2006/relationships/image" Target="../media/image8.png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5.png"/><Relationship Id="rId3" Type="http://schemas.openxmlformats.org/officeDocument/2006/relationships/image" Target="../media/image8.png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5.png"/><Relationship Id="rId3" Type="http://schemas.openxmlformats.org/officeDocument/2006/relationships/image" Target="../media/image9.png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0.png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0;p2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" name="Google Shape;11;p2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" name="Google Shape;12;p2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" name="Google Shape;13;p2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" name="Google Shape;14;p2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oogle Shape;195;p1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8" name="Google Shape;196;p1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" name="Google Shape;197;p1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0" name="Google Shape;198;p1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" name="Google Shape;199;p1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12" name="Google Shape;200;p1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3" name="Google Shape;201;p1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" name="Google Shape;202;p1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5" name="Google Shape;203;p1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" name="Google Shape;204;p1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17" name="Google Shape;205;p1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8" name="Google Shape;206;p1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" name="Google Shape;207;p1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" name="Google Shape;208;p1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1" name="Google Shape;209;p1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2" name="PlaceHolder 1"/>
          <p:cNvSpPr>
            <a:spLocks noGrp="1"/>
          </p:cNvSpPr>
          <p:nvPr>
            <p:ph type="body"/>
          </p:nvPr>
        </p:nvSpPr>
        <p:spPr>
          <a:xfrm>
            <a:off x="551880" y="5921280"/>
            <a:ext cx="571644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" name="Google Shape;211;p1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4" name="Google Shape;212;p1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5" name="Google Shape;213;p1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" name="Google Shape;214;p1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" name="Google Shape;215;p1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8" name="PlaceHolder 2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14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217;p11"/>
          <p:cNvSpPr/>
          <p:nvPr/>
        </p:nvSpPr>
        <p:spPr>
          <a:xfrm>
            <a:off x="547200" y="3193920"/>
            <a:ext cx="2483640" cy="2483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0" name="Google Shape;218;p11"/>
          <p:cNvSpPr/>
          <p:nvPr/>
        </p:nvSpPr>
        <p:spPr>
          <a:xfrm>
            <a:off x="6268680" y="3199320"/>
            <a:ext cx="2483640" cy="2483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" name="Google Shape;219;p11"/>
          <p:cNvSpPr/>
          <p:nvPr/>
        </p:nvSpPr>
        <p:spPr>
          <a:xfrm>
            <a:off x="11983320" y="3199320"/>
            <a:ext cx="2483640" cy="2483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68680" y="5921280"/>
            <a:ext cx="571644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11985480" y="5921280"/>
            <a:ext cx="575028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Google Shape;222;p11"/>
          <p:cNvSpPr/>
          <p:nvPr/>
        </p:nvSpPr>
        <p:spPr>
          <a:xfrm>
            <a:off x="18772920" y="725400"/>
            <a:ext cx="3520800" cy="445284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Впишите в круг иконку или текстовое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значение с размером шрифта 56pt.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Google Shape;223;p11"/>
          <p:cNvPicPr/>
          <p:nvPr/>
        </p:nvPicPr>
        <p:blipFill>
          <a:blip r:embed="rId2"/>
          <a:srcRect l="7546" t="0" r="0" b="0"/>
          <a:stretch/>
        </p:blipFill>
        <p:spPr>
          <a:xfrm>
            <a:off x="18930240" y="1974600"/>
            <a:ext cx="2641680" cy="314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Google Shape;224;p11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226;p12"/>
          <p:cNvSpPr/>
          <p:nvPr/>
        </p:nvSpPr>
        <p:spPr>
          <a:xfrm>
            <a:off x="4000680" y="0"/>
            <a:ext cx="10286640" cy="10286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8" name="Google Shape;228;p12"/>
          <p:cNvSpPr/>
          <p:nvPr/>
        </p:nvSpPr>
        <p:spPr>
          <a:xfrm>
            <a:off x="-6286680" y="47880"/>
            <a:ext cx="10286640" cy="10286640"/>
          </a:xfrm>
          <a:prstGeom prst="ellipse">
            <a:avLst/>
          </a:prstGeom>
          <a:noFill/>
          <a:ln w="28440">
            <a:solidFill>
              <a:srgbClr val="eeee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9" name="Google Shape;229;p12"/>
          <p:cNvSpPr/>
          <p:nvPr/>
        </p:nvSpPr>
        <p:spPr>
          <a:xfrm>
            <a:off x="14287680" y="47880"/>
            <a:ext cx="10286640" cy="10286640"/>
          </a:xfrm>
          <a:prstGeom prst="ellipse">
            <a:avLst/>
          </a:prstGeom>
          <a:noFill/>
          <a:ln w="28440">
            <a:solidFill>
              <a:srgbClr val="eeee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856760" y="5435640"/>
            <a:ext cx="8573760" cy="246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51880" y="9396000"/>
            <a:ext cx="7145640" cy="2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2" name="Google Shape;232;p12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3" name="Google Shape;233;p12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4" name="Google Shape;234;p12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5" name="Google Shape;235;p12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6" name="Google Shape;236;p12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238;p13"/>
          <p:cNvSpPr/>
          <p:nvPr/>
        </p:nvSpPr>
        <p:spPr>
          <a:xfrm>
            <a:off x="14272560" y="723960"/>
            <a:ext cx="9562680" cy="9562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" name="Google Shape;239;p13"/>
          <p:cNvSpPr/>
          <p:nvPr/>
        </p:nvSpPr>
        <p:spPr>
          <a:xfrm>
            <a:off x="4702680" y="723960"/>
            <a:ext cx="9562680" cy="956268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70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" name="Google Shape;241;p1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1" name="Google Shape;242;p1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" name="Google Shape;243;p1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3" name="Google Shape;244;p1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" name="Google Shape;245;p1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5" name="Google Shape;246;p13"/>
          <p:cNvSpPr/>
          <p:nvPr/>
        </p:nvSpPr>
        <p:spPr>
          <a:xfrm>
            <a:off x="18772920" y="725400"/>
            <a:ext cx="4679640" cy="446544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Для подзаголовков используйте шрифт размером 30pt. Добавьте пустую строку, для отделения заголовка от подзаголовка.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Google Shape;247;p13"/>
          <p:cNvPicPr/>
          <p:nvPr/>
        </p:nvPicPr>
        <p:blipFill>
          <a:blip r:embed="rId2"/>
          <a:stretch/>
        </p:blipFill>
        <p:spPr>
          <a:xfrm>
            <a:off x="18941760" y="2217600"/>
            <a:ext cx="4364280" cy="276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Google Shape;248;p13"/>
          <p:cNvSpPr/>
          <p:nvPr/>
        </p:nvSpPr>
        <p:spPr>
          <a:xfrm>
            <a:off x="18772920" y="5916600"/>
            <a:ext cx="4679640" cy="298224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Нижний текстовый блок используйте для написания имени, фамилии и должности.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Google Shape;249;p13"/>
          <p:cNvPicPr/>
          <p:nvPr/>
        </p:nvPicPr>
        <p:blipFill>
          <a:blip r:embed="rId3"/>
          <a:stretch/>
        </p:blipFill>
        <p:spPr>
          <a:xfrm>
            <a:off x="18941760" y="7164000"/>
            <a:ext cx="3167640" cy="149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Google Shape;250;p13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253;p14"/>
          <p:cNvGrpSpPr/>
          <p:nvPr/>
        </p:nvGrpSpPr>
        <p:grpSpPr>
          <a:xfrm>
            <a:off x="3949200" y="723960"/>
            <a:ext cx="19132920" cy="9562680"/>
            <a:chOff x="3949200" y="723960"/>
            <a:chExt cx="19132920" cy="9562680"/>
          </a:xfrm>
        </p:grpSpPr>
        <p:sp>
          <p:nvSpPr>
            <p:cNvPr id="61" name="Google Shape;254;p14"/>
            <p:cNvSpPr/>
            <p:nvPr/>
          </p:nvSpPr>
          <p:spPr>
            <a:xfrm>
              <a:off x="13519440" y="723960"/>
              <a:ext cx="9562680" cy="9562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2" name="Google Shape;255;p14"/>
            <p:cNvSpPr/>
            <p:nvPr/>
          </p:nvSpPr>
          <p:spPr>
            <a:xfrm>
              <a:off x="3949200" y="723960"/>
              <a:ext cx="9562680" cy="9562680"/>
            </a:xfrm>
            <a:prstGeom prst="ellipse">
              <a:avLst/>
            </a:prstGeom>
            <a:noFill/>
            <a:ln w="284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63" name="Google Shape;259;p1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4" name="Google Shape;260;p1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5" name="Google Shape;261;p1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6" name="Google Shape;262;p1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7" name="Google Shape;263;p1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9" name="Google Shape;265;p14"/>
          <p:cNvGrpSpPr/>
          <p:nvPr/>
        </p:nvGrpSpPr>
        <p:grpSpPr>
          <a:xfrm>
            <a:off x="11989800" y="8898120"/>
            <a:ext cx="741240" cy="741240"/>
            <a:chOff x="11989800" y="8898120"/>
            <a:chExt cx="741240" cy="741240"/>
          </a:xfrm>
        </p:grpSpPr>
        <p:sp>
          <p:nvSpPr>
            <p:cNvPr id="70" name="Google Shape;266;p14"/>
            <p:cNvSpPr/>
            <p:nvPr/>
          </p:nvSpPr>
          <p:spPr>
            <a:xfrm>
              <a:off x="11989800" y="8898120"/>
              <a:ext cx="741240" cy="741240"/>
            </a:xfrm>
            <a:custGeom>
              <a:avLst/>
              <a:gdLst>
                <a:gd name="textAreaLeft" fmla="*/ 0 w 741240"/>
                <a:gd name="textAreaRight" fmla="*/ 741600 w 741240"/>
                <a:gd name="textAreaTop" fmla="*/ 0 h 741240"/>
                <a:gd name="textAreaBottom" fmla="*/ 741600 h 74124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1" name="Google Shape;267;p14"/>
            <p:cNvSpPr/>
            <p:nvPr/>
          </p:nvSpPr>
          <p:spPr>
            <a:xfrm>
              <a:off x="12277080" y="9115200"/>
              <a:ext cx="167400" cy="307440"/>
            </a:xfrm>
            <a:custGeom>
              <a:avLst/>
              <a:gdLst>
                <a:gd name="textAreaLeft" fmla="*/ 0 w 167400"/>
                <a:gd name="textAreaRight" fmla="*/ 167760 w 167400"/>
                <a:gd name="textAreaTop" fmla="*/ 0 h 307440"/>
                <a:gd name="textAreaBottom" fmla="*/ 307800 h 30744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72" name="Google Shape;268;p14"/>
          <p:cNvGrpSpPr/>
          <p:nvPr/>
        </p:nvGrpSpPr>
        <p:grpSpPr>
          <a:xfrm>
            <a:off x="7697880" y="8899920"/>
            <a:ext cx="740160" cy="740160"/>
            <a:chOff x="7697880" y="8899920"/>
            <a:chExt cx="740160" cy="740160"/>
          </a:xfrm>
        </p:grpSpPr>
        <p:sp>
          <p:nvSpPr>
            <p:cNvPr id="73" name="Google Shape;269;p14"/>
            <p:cNvSpPr/>
            <p:nvPr/>
          </p:nvSpPr>
          <p:spPr>
            <a:xfrm>
              <a:off x="7697880" y="8899920"/>
              <a:ext cx="740160" cy="740160"/>
            </a:xfrm>
            <a:custGeom>
              <a:avLst/>
              <a:gdLst>
                <a:gd name="textAreaLeft" fmla="*/ 0 w 740160"/>
                <a:gd name="textAreaRight" fmla="*/ 740520 w 740160"/>
                <a:gd name="textAreaTop" fmla="*/ 0 h 740160"/>
                <a:gd name="textAreaBottom" fmla="*/ 740520 h 74016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4" name="Google Shape;270;p14"/>
            <p:cNvSpPr/>
            <p:nvPr/>
          </p:nvSpPr>
          <p:spPr>
            <a:xfrm>
              <a:off x="7922160" y="9124200"/>
              <a:ext cx="304920" cy="310680"/>
            </a:xfrm>
            <a:custGeom>
              <a:avLst/>
              <a:gdLst>
                <a:gd name="textAreaLeft" fmla="*/ 0 w 304920"/>
                <a:gd name="textAreaRight" fmla="*/ 305280 w 304920"/>
                <a:gd name="textAreaTop" fmla="*/ 0 h 310680"/>
                <a:gd name="textAreaBottom" fmla="*/ 311040 h 310680"/>
              </a:gdLst>
              <a:ahLst/>
              <a:cxnLst/>
              <a:rect l="textAreaLeft" t="textAreaTop" r="textAreaRight" b="textAreaBottom"/>
              <a:pathLst>
                <a:path w="85503" h="87138">
                  <a:moveTo>
                    <a:pt x="50928" y="25698"/>
                  </a:moveTo>
                  <a:lnTo>
                    <a:pt x="50694" y="27567"/>
                  </a:lnTo>
                  <a:cubicBezTo>
                    <a:pt x="48125" y="25464"/>
                    <a:pt x="45088" y="24530"/>
                    <a:pt x="41350" y="24530"/>
                  </a:cubicBezTo>
                  <a:cubicBezTo>
                    <a:pt x="31772" y="24530"/>
                    <a:pt x="23362" y="32473"/>
                    <a:pt x="22194" y="42284"/>
                  </a:cubicBezTo>
                  <a:cubicBezTo>
                    <a:pt x="21026" y="52330"/>
                    <a:pt x="27333" y="61207"/>
                    <a:pt x="38079" y="61207"/>
                  </a:cubicBezTo>
                  <a:cubicBezTo>
                    <a:pt x="42752" y="61207"/>
                    <a:pt x="47190" y="59104"/>
                    <a:pt x="50227" y="56535"/>
                  </a:cubicBezTo>
                  <a:cubicBezTo>
                    <a:pt x="52330" y="60039"/>
                    <a:pt x="56535" y="64010"/>
                    <a:pt x="63543" y="64010"/>
                  </a:cubicBezTo>
                  <a:cubicBezTo>
                    <a:pt x="76859" y="64010"/>
                    <a:pt x="85503" y="53264"/>
                    <a:pt x="85503" y="39948"/>
                  </a:cubicBezTo>
                  <a:cubicBezTo>
                    <a:pt x="85503" y="17989"/>
                    <a:pt x="66346" y="1"/>
                    <a:pt x="43452" y="1"/>
                  </a:cubicBezTo>
                  <a:cubicBezTo>
                    <a:pt x="18690" y="1"/>
                    <a:pt x="1" y="19390"/>
                    <a:pt x="1" y="43452"/>
                  </a:cubicBezTo>
                  <a:cubicBezTo>
                    <a:pt x="1" y="67515"/>
                    <a:pt x="18690" y="86437"/>
                    <a:pt x="42752" y="86904"/>
                  </a:cubicBezTo>
                  <a:cubicBezTo>
                    <a:pt x="49293" y="87138"/>
                    <a:pt x="57703" y="85269"/>
                    <a:pt x="62375" y="82232"/>
                  </a:cubicBezTo>
                  <a:lnTo>
                    <a:pt x="63543" y="81765"/>
                  </a:lnTo>
                  <a:lnTo>
                    <a:pt x="58170" y="71019"/>
                  </a:lnTo>
                  <a:lnTo>
                    <a:pt x="57002" y="71720"/>
                  </a:lnTo>
                  <a:cubicBezTo>
                    <a:pt x="53731" y="73355"/>
                    <a:pt x="48826" y="74523"/>
                    <a:pt x="42752" y="74523"/>
                  </a:cubicBezTo>
                  <a:cubicBezTo>
                    <a:pt x="25698" y="74523"/>
                    <a:pt x="12382" y="60740"/>
                    <a:pt x="12382" y="43452"/>
                  </a:cubicBezTo>
                  <a:cubicBezTo>
                    <a:pt x="12382" y="26399"/>
                    <a:pt x="25698" y="12382"/>
                    <a:pt x="43452" y="12382"/>
                  </a:cubicBezTo>
                  <a:cubicBezTo>
                    <a:pt x="60039" y="12382"/>
                    <a:pt x="73121" y="24530"/>
                    <a:pt x="73121" y="39948"/>
                  </a:cubicBezTo>
                  <a:cubicBezTo>
                    <a:pt x="73121" y="44854"/>
                    <a:pt x="71720" y="47657"/>
                    <a:pt x="69851" y="49293"/>
                  </a:cubicBezTo>
                  <a:cubicBezTo>
                    <a:pt x="68215" y="50928"/>
                    <a:pt x="66113" y="51629"/>
                    <a:pt x="64711" y="51629"/>
                  </a:cubicBezTo>
                  <a:cubicBezTo>
                    <a:pt x="63076" y="51629"/>
                    <a:pt x="61674" y="50928"/>
                    <a:pt x="60973" y="50227"/>
                  </a:cubicBezTo>
                  <a:cubicBezTo>
                    <a:pt x="60273" y="49293"/>
                    <a:pt x="59805" y="48125"/>
                    <a:pt x="60039" y="46256"/>
                  </a:cubicBezTo>
                  <a:lnTo>
                    <a:pt x="62609" y="25698"/>
                  </a:lnTo>
                  <a:close/>
                  <a:moveTo>
                    <a:pt x="40416" y="50227"/>
                  </a:moveTo>
                  <a:cubicBezTo>
                    <a:pt x="44621" y="50227"/>
                    <a:pt x="47658" y="46957"/>
                    <a:pt x="48358" y="42752"/>
                  </a:cubicBezTo>
                  <a:cubicBezTo>
                    <a:pt x="48826" y="38780"/>
                    <a:pt x="46256" y="35510"/>
                    <a:pt x="42518" y="35510"/>
                  </a:cubicBezTo>
                  <a:cubicBezTo>
                    <a:pt x="38079" y="35510"/>
                    <a:pt x="34809" y="39014"/>
                    <a:pt x="34342" y="42985"/>
                  </a:cubicBezTo>
                  <a:lnTo>
                    <a:pt x="34342" y="42985"/>
                  </a:lnTo>
                  <a:lnTo>
                    <a:pt x="34342" y="43219"/>
                  </a:lnTo>
                  <a:cubicBezTo>
                    <a:pt x="33874" y="46957"/>
                    <a:pt x="36444" y="50227"/>
                    <a:pt x="40416" y="50227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75" name="Google Shape;271;p14"/>
          <p:cNvGrpSpPr/>
          <p:nvPr/>
        </p:nvGrpSpPr>
        <p:grpSpPr>
          <a:xfrm>
            <a:off x="17477640" y="9375480"/>
            <a:ext cx="516600" cy="530280"/>
            <a:chOff x="17477640" y="9375480"/>
            <a:chExt cx="516600" cy="530280"/>
          </a:xfrm>
        </p:grpSpPr>
        <p:sp>
          <p:nvSpPr>
            <p:cNvPr id="76" name="Google Shape;272;p14"/>
            <p:cNvSpPr/>
            <p:nvPr/>
          </p:nvSpPr>
          <p:spPr>
            <a:xfrm>
              <a:off x="1747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7" name="Google Shape;273;p14"/>
            <p:cNvSpPr/>
            <p:nvPr/>
          </p:nvSpPr>
          <p:spPr>
            <a:xfrm>
              <a:off x="1747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8" name="Google Shape;274;p14"/>
            <p:cNvSpPr/>
            <p:nvPr/>
          </p:nvSpPr>
          <p:spPr>
            <a:xfrm>
              <a:off x="1774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9" name="Google Shape;275;p14"/>
            <p:cNvSpPr/>
            <p:nvPr/>
          </p:nvSpPr>
          <p:spPr>
            <a:xfrm>
              <a:off x="1774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277;p15"/>
          <p:cNvGrpSpPr/>
          <p:nvPr/>
        </p:nvGrpSpPr>
        <p:grpSpPr>
          <a:xfrm>
            <a:off x="3949200" y="723960"/>
            <a:ext cx="19132920" cy="9562680"/>
            <a:chOff x="3949200" y="723960"/>
            <a:chExt cx="19132920" cy="9562680"/>
          </a:xfrm>
        </p:grpSpPr>
        <p:sp>
          <p:nvSpPr>
            <p:cNvPr id="81" name="Google Shape;278;p15"/>
            <p:cNvSpPr/>
            <p:nvPr/>
          </p:nvSpPr>
          <p:spPr>
            <a:xfrm>
              <a:off x="13519440" y="723960"/>
              <a:ext cx="9562680" cy="9562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2" name="Google Shape;279;p15"/>
            <p:cNvSpPr/>
            <p:nvPr/>
          </p:nvSpPr>
          <p:spPr>
            <a:xfrm>
              <a:off x="3949200" y="723960"/>
              <a:ext cx="9562680" cy="9562680"/>
            </a:xfrm>
            <a:prstGeom prst="ellipse">
              <a:avLst/>
            </a:prstGeom>
            <a:noFill/>
            <a:ln w="284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83" name="Google Shape;281;p1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84" name="Google Shape;282;p1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5" name="Google Shape;283;p1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6" name="Google Shape;284;p1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87" name="Google Shape;285;p1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4946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oogle Shape;287;p15"/>
          <p:cNvGrpSpPr/>
          <p:nvPr/>
        </p:nvGrpSpPr>
        <p:grpSpPr>
          <a:xfrm>
            <a:off x="17477640" y="9375480"/>
            <a:ext cx="516600" cy="530280"/>
            <a:chOff x="17477640" y="9375480"/>
            <a:chExt cx="516600" cy="530280"/>
          </a:xfrm>
        </p:grpSpPr>
        <p:sp>
          <p:nvSpPr>
            <p:cNvPr id="90" name="Google Shape;288;p15"/>
            <p:cNvSpPr/>
            <p:nvPr/>
          </p:nvSpPr>
          <p:spPr>
            <a:xfrm>
              <a:off x="1747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1" name="Google Shape;289;p15"/>
            <p:cNvSpPr/>
            <p:nvPr/>
          </p:nvSpPr>
          <p:spPr>
            <a:xfrm>
              <a:off x="1747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2" name="Google Shape;290;p15"/>
            <p:cNvSpPr/>
            <p:nvPr/>
          </p:nvSpPr>
          <p:spPr>
            <a:xfrm>
              <a:off x="1774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3" name="Google Shape;291;p15"/>
            <p:cNvSpPr/>
            <p:nvPr/>
          </p:nvSpPr>
          <p:spPr>
            <a:xfrm>
              <a:off x="1774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94" name="Google Shape;292;p15"/>
          <p:cNvGrpSpPr/>
          <p:nvPr/>
        </p:nvGrpSpPr>
        <p:grpSpPr>
          <a:xfrm>
            <a:off x="551880" y="6913080"/>
            <a:ext cx="748440" cy="748440"/>
            <a:chOff x="551880" y="6913080"/>
            <a:chExt cx="748440" cy="748440"/>
          </a:xfrm>
        </p:grpSpPr>
        <p:sp>
          <p:nvSpPr>
            <p:cNvPr id="95" name="Google Shape;293;p15"/>
            <p:cNvSpPr/>
            <p:nvPr/>
          </p:nvSpPr>
          <p:spPr>
            <a:xfrm>
              <a:off x="551880" y="6913080"/>
              <a:ext cx="748440" cy="748440"/>
            </a:xfrm>
            <a:custGeom>
              <a:avLst/>
              <a:gdLst>
                <a:gd name="textAreaLeft" fmla="*/ 0 w 748440"/>
                <a:gd name="textAreaRight" fmla="*/ 748800 w 748440"/>
                <a:gd name="textAreaTop" fmla="*/ 0 h 748440"/>
                <a:gd name="textAreaBottom" fmla="*/ 748800 h 74844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6" name="Google Shape;294;p15"/>
            <p:cNvSpPr/>
            <p:nvPr/>
          </p:nvSpPr>
          <p:spPr>
            <a:xfrm>
              <a:off x="841320" y="7132320"/>
              <a:ext cx="168840" cy="310320"/>
            </a:xfrm>
            <a:custGeom>
              <a:avLst/>
              <a:gdLst>
                <a:gd name="textAreaLeft" fmla="*/ 0 w 168840"/>
                <a:gd name="textAreaRight" fmla="*/ 169200 w 168840"/>
                <a:gd name="textAreaTop" fmla="*/ 0 h 310320"/>
                <a:gd name="textAreaBottom" fmla="*/ 310680 h 31032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97" name="Google Shape;295;p15"/>
          <p:cNvGrpSpPr/>
          <p:nvPr/>
        </p:nvGrpSpPr>
        <p:grpSpPr>
          <a:xfrm>
            <a:off x="551160" y="5925600"/>
            <a:ext cx="748440" cy="748440"/>
            <a:chOff x="551160" y="5925600"/>
            <a:chExt cx="748440" cy="748440"/>
          </a:xfrm>
        </p:grpSpPr>
        <p:sp>
          <p:nvSpPr>
            <p:cNvPr id="98" name="Google Shape;296;p15"/>
            <p:cNvSpPr/>
            <p:nvPr/>
          </p:nvSpPr>
          <p:spPr>
            <a:xfrm>
              <a:off x="551160" y="5925600"/>
              <a:ext cx="748440" cy="748440"/>
            </a:xfrm>
            <a:custGeom>
              <a:avLst/>
              <a:gdLst>
                <a:gd name="textAreaLeft" fmla="*/ 0 w 748440"/>
                <a:gd name="textAreaRight" fmla="*/ 748800 w 748440"/>
                <a:gd name="textAreaTop" fmla="*/ 0 h 748440"/>
                <a:gd name="textAreaBottom" fmla="*/ 748800 h 7484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99" name="Google Shape;297;p15"/>
            <p:cNvSpPr/>
            <p:nvPr/>
          </p:nvSpPr>
          <p:spPr>
            <a:xfrm>
              <a:off x="777960" y="6152400"/>
              <a:ext cx="308160" cy="314280"/>
            </a:xfrm>
            <a:custGeom>
              <a:avLst/>
              <a:gdLst>
                <a:gd name="textAreaLeft" fmla="*/ 0 w 308160"/>
                <a:gd name="textAreaRight" fmla="*/ 308520 w 308160"/>
                <a:gd name="textAreaTop" fmla="*/ 0 h 314280"/>
                <a:gd name="textAreaBottom" fmla="*/ 314640 h 314280"/>
              </a:gdLst>
              <a:ahLst/>
              <a:cxnLst/>
              <a:rect l="textAreaLeft" t="textAreaTop" r="textAreaRight" b="textAreaBottom"/>
              <a:pathLst>
                <a:path w="85503" h="87138">
                  <a:moveTo>
                    <a:pt x="50928" y="25698"/>
                  </a:moveTo>
                  <a:lnTo>
                    <a:pt x="50694" y="27567"/>
                  </a:lnTo>
                  <a:cubicBezTo>
                    <a:pt x="48125" y="25464"/>
                    <a:pt x="45088" y="24530"/>
                    <a:pt x="41350" y="24530"/>
                  </a:cubicBezTo>
                  <a:cubicBezTo>
                    <a:pt x="31772" y="24530"/>
                    <a:pt x="23362" y="32473"/>
                    <a:pt x="22194" y="42284"/>
                  </a:cubicBezTo>
                  <a:cubicBezTo>
                    <a:pt x="21026" y="52330"/>
                    <a:pt x="27333" y="61207"/>
                    <a:pt x="38079" y="61207"/>
                  </a:cubicBezTo>
                  <a:cubicBezTo>
                    <a:pt x="42752" y="61207"/>
                    <a:pt x="47190" y="59104"/>
                    <a:pt x="50227" y="56535"/>
                  </a:cubicBezTo>
                  <a:cubicBezTo>
                    <a:pt x="52330" y="60039"/>
                    <a:pt x="56535" y="64010"/>
                    <a:pt x="63543" y="64010"/>
                  </a:cubicBezTo>
                  <a:cubicBezTo>
                    <a:pt x="76859" y="64010"/>
                    <a:pt x="85503" y="53264"/>
                    <a:pt x="85503" y="39948"/>
                  </a:cubicBezTo>
                  <a:cubicBezTo>
                    <a:pt x="85503" y="17989"/>
                    <a:pt x="66346" y="1"/>
                    <a:pt x="43452" y="1"/>
                  </a:cubicBezTo>
                  <a:cubicBezTo>
                    <a:pt x="18690" y="1"/>
                    <a:pt x="1" y="19390"/>
                    <a:pt x="1" y="43452"/>
                  </a:cubicBezTo>
                  <a:cubicBezTo>
                    <a:pt x="1" y="67515"/>
                    <a:pt x="18690" y="86437"/>
                    <a:pt x="42752" y="86904"/>
                  </a:cubicBezTo>
                  <a:cubicBezTo>
                    <a:pt x="49293" y="87138"/>
                    <a:pt x="57703" y="85269"/>
                    <a:pt x="62375" y="82232"/>
                  </a:cubicBezTo>
                  <a:lnTo>
                    <a:pt x="63543" y="81765"/>
                  </a:lnTo>
                  <a:lnTo>
                    <a:pt x="58170" y="71019"/>
                  </a:lnTo>
                  <a:lnTo>
                    <a:pt x="57002" y="71720"/>
                  </a:lnTo>
                  <a:cubicBezTo>
                    <a:pt x="53731" y="73355"/>
                    <a:pt x="48826" y="74523"/>
                    <a:pt x="42752" y="74523"/>
                  </a:cubicBezTo>
                  <a:cubicBezTo>
                    <a:pt x="25698" y="74523"/>
                    <a:pt x="12382" y="60740"/>
                    <a:pt x="12382" y="43452"/>
                  </a:cubicBezTo>
                  <a:cubicBezTo>
                    <a:pt x="12382" y="26399"/>
                    <a:pt x="25698" y="12382"/>
                    <a:pt x="43452" y="12382"/>
                  </a:cubicBezTo>
                  <a:cubicBezTo>
                    <a:pt x="60039" y="12382"/>
                    <a:pt x="73121" y="24530"/>
                    <a:pt x="73121" y="39948"/>
                  </a:cubicBezTo>
                  <a:cubicBezTo>
                    <a:pt x="73121" y="44854"/>
                    <a:pt x="71720" y="47657"/>
                    <a:pt x="69851" y="49293"/>
                  </a:cubicBezTo>
                  <a:cubicBezTo>
                    <a:pt x="68215" y="50928"/>
                    <a:pt x="66113" y="51629"/>
                    <a:pt x="64711" y="51629"/>
                  </a:cubicBezTo>
                  <a:cubicBezTo>
                    <a:pt x="63076" y="51629"/>
                    <a:pt x="61674" y="50928"/>
                    <a:pt x="60973" y="50227"/>
                  </a:cubicBezTo>
                  <a:cubicBezTo>
                    <a:pt x="60273" y="49293"/>
                    <a:pt x="59805" y="48125"/>
                    <a:pt x="60039" y="46256"/>
                  </a:cubicBezTo>
                  <a:lnTo>
                    <a:pt x="62609" y="25698"/>
                  </a:lnTo>
                  <a:close/>
                  <a:moveTo>
                    <a:pt x="40416" y="50227"/>
                  </a:moveTo>
                  <a:cubicBezTo>
                    <a:pt x="44621" y="50227"/>
                    <a:pt x="47658" y="46957"/>
                    <a:pt x="48358" y="42752"/>
                  </a:cubicBezTo>
                  <a:cubicBezTo>
                    <a:pt x="48826" y="38780"/>
                    <a:pt x="46256" y="35510"/>
                    <a:pt x="42518" y="35510"/>
                  </a:cubicBezTo>
                  <a:cubicBezTo>
                    <a:pt x="38079" y="35510"/>
                    <a:pt x="34809" y="39014"/>
                    <a:pt x="34342" y="42985"/>
                  </a:cubicBezTo>
                  <a:lnTo>
                    <a:pt x="34342" y="42985"/>
                  </a:lnTo>
                  <a:lnTo>
                    <a:pt x="34342" y="43219"/>
                  </a:lnTo>
                  <a:cubicBezTo>
                    <a:pt x="33874" y="46957"/>
                    <a:pt x="36444" y="50227"/>
                    <a:pt x="40416" y="50227"/>
                  </a:cubicBezTo>
                  <a:close/>
                </a:path>
              </a:pathLst>
            </a:custGeom>
            <a:solidFill>
              <a:schemeClr val="dk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301;p16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01" name="Google Shape;302;p16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02" name="Google Shape;303;p16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03" name="Google Shape;304;p16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04" name="Google Shape;305;p16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05" name="Google Shape;306;p16"/>
          <p:cNvSpPr/>
          <p:nvPr/>
        </p:nvSpPr>
        <p:spPr>
          <a:xfrm>
            <a:off x="10346760" y="-6840"/>
            <a:ext cx="7940880" cy="78847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6" name="Google Shape;307;p16"/>
          <p:cNvSpPr/>
          <p:nvPr/>
        </p:nvSpPr>
        <p:spPr>
          <a:xfrm>
            <a:off x="8673480" y="6519240"/>
            <a:ext cx="3765240" cy="37659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470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311;p17"/>
          <p:cNvSpPr/>
          <p:nvPr/>
        </p:nvSpPr>
        <p:spPr>
          <a:xfrm>
            <a:off x="13360320" y="3981960"/>
            <a:ext cx="5654520" cy="565452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9" name="Google Shape;312;p17"/>
          <p:cNvSpPr/>
          <p:nvPr/>
        </p:nvSpPr>
        <p:spPr>
          <a:xfrm>
            <a:off x="7704000" y="3960720"/>
            <a:ext cx="5654520" cy="565452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9600" b="1" u="none" strike="noStrike">
              <a:solidFill>
                <a:srgbClr val="000000"/>
              </a:solidFill>
              <a:effectLst/>
              <a:uFillTx/>
              <a:latin typeface="Proxima Nova"/>
              <a:ea typeface="Proxima Nova"/>
            </a:endParaRPr>
          </a:p>
        </p:txBody>
      </p:sp>
      <p:grpSp>
        <p:nvGrpSpPr>
          <p:cNvPr id="110" name="Google Shape;314;p1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11" name="Google Shape;315;p1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2" name="Google Shape;316;p1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3" name="Google Shape;317;p1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4" name="Google Shape;318;p1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21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321;p18"/>
          <p:cNvSpPr/>
          <p:nvPr/>
        </p:nvSpPr>
        <p:spPr>
          <a:xfrm>
            <a:off x="0" y="5068800"/>
            <a:ext cx="4571640" cy="4571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1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322;p18"/>
          <p:cNvSpPr/>
          <p:nvPr/>
        </p:nvSpPr>
        <p:spPr>
          <a:xfrm>
            <a:off x="9144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8" name="Google Shape;323;p18"/>
          <p:cNvSpPr/>
          <p:nvPr/>
        </p:nvSpPr>
        <p:spPr>
          <a:xfrm>
            <a:off x="13716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9" name="Google Shape;324;p18"/>
          <p:cNvSpPr/>
          <p:nvPr/>
        </p:nvSpPr>
        <p:spPr>
          <a:xfrm>
            <a:off x="4572000" y="5068800"/>
            <a:ext cx="4571280" cy="457128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120" name="Google Shape;325;p18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21" name="Google Shape;326;p18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2" name="Google Shape;327;p18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3" name="Google Shape;328;p18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4" name="Google Shape;329;p18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21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332;p19"/>
          <p:cNvSpPr/>
          <p:nvPr/>
        </p:nvSpPr>
        <p:spPr>
          <a:xfrm>
            <a:off x="9144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7" name="Google Shape;333;p19"/>
          <p:cNvSpPr/>
          <p:nvPr/>
        </p:nvSpPr>
        <p:spPr>
          <a:xfrm>
            <a:off x="13716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8" name="Google Shape;334;p19"/>
          <p:cNvSpPr/>
          <p:nvPr/>
        </p:nvSpPr>
        <p:spPr>
          <a:xfrm>
            <a:off x="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29" name="Google Shape;335;p19"/>
          <p:cNvSpPr/>
          <p:nvPr/>
        </p:nvSpPr>
        <p:spPr>
          <a:xfrm>
            <a:off x="4572000" y="5068800"/>
            <a:ext cx="4571280" cy="45712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2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0" name="Google Shape;336;p19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31" name="Google Shape;337;p19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2" name="Google Shape;338;p19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3" name="Google Shape;339;p19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4" name="Google Shape;340;p19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21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343;p20"/>
          <p:cNvSpPr/>
          <p:nvPr/>
        </p:nvSpPr>
        <p:spPr>
          <a:xfrm>
            <a:off x="13716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7" name="Google Shape;344;p20"/>
          <p:cNvSpPr/>
          <p:nvPr/>
        </p:nvSpPr>
        <p:spPr>
          <a:xfrm>
            <a:off x="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8" name="Google Shape;345;p20"/>
          <p:cNvSpPr/>
          <p:nvPr/>
        </p:nvSpPr>
        <p:spPr>
          <a:xfrm>
            <a:off x="9143640" y="5068800"/>
            <a:ext cx="4571640" cy="4571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3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346;p20"/>
          <p:cNvSpPr/>
          <p:nvPr/>
        </p:nvSpPr>
        <p:spPr>
          <a:xfrm>
            <a:off x="4572000" y="5068800"/>
            <a:ext cx="4571280" cy="457128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140" name="Google Shape;347;p2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41" name="Google Shape;348;p2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2" name="Google Shape;349;p2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3" name="Google Shape;350;p2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4" name="Google Shape;351;p2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21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oogle Shape;16;p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47" name="Google Shape;17;p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8" name="Google Shape;18;p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49" name="Google Shape;19;p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50" name="Google Shape;20;p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  <p:sldLayoutId id="2147483661" r:id="rId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354;p21"/>
          <p:cNvSpPr/>
          <p:nvPr/>
        </p:nvSpPr>
        <p:spPr>
          <a:xfrm>
            <a:off x="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6" name="Google Shape;355;p21"/>
          <p:cNvSpPr/>
          <p:nvPr/>
        </p:nvSpPr>
        <p:spPr>
          <a:xfrm>
            <a:off x="4572000" y="5068800"/>
            <a:ext cx="4571280" cy="457128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7" name="Google Shape;356;p21"/>
          <p:cNvSpPr/>
          <p:nvPr/>
        </p:nvSpPr>
        <p:spPr>
          <a:xfrm>
            <a:off x="9144000" y="5068800"/>
            <a:ext cx="4571640" cy="45716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58" name="Google Shape;357;p21"/>
          <p:cNvSpPr/>
          <p:nvPr/>
        </p:nvSpPr>
        <p:spPr>
          <a:xfrm>
            <a:off x="13716000" y="5068800"/>
            <a:ext cx="4571640" cy="45716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4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" name="Google Shape;358;p2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60" name="Google Shape;359;p2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1" name="Google Shape;360;p2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2" name="Google Shape;361;p2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3" name="Google Shape;362;p2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4211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365;p22"/>
          <p:cNvSpPr/>
          <p:nvPr/>
        </p:nvSpPr>
        <p:spPr>
          <a:xfrm>
            <a:off x="9144000" y="496800"/>
            <a:ext cx="8413200" cy="84128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6" name="Google Shape;366;p22"/>
          <p:cNvSpPr/>
          <p:nvPr/>
        </p:nvSpPr>
        <p:spPr>
          <a:xfrm>
            <a:off x="9602640" y="1260000"/>
            <a:ext cx="8365320" cy="8365320"/>
          </a:xfrm>
          <a:prstGeom prst="ellipse">
            <a:avLst/>
          </a:prstGeom>
          <a:noFill/>
          <a:ln w="19080">
            <a:solidFill>
              <a:srgbClr val="00000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7" name="Google Shape;367;p22"/>
          <p:cNvSpPr/>
          <p:nvPr/>
        </p:nvSpPr>
        <p:spPr>
          <a:xfrm>
            <a:off x="10812240" y="5060880"/>
            <a:ext cx="5460480" cy="61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Область для круглой фотографии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пунктирный радиус)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" name="Google Shape;368;p22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69" name="Google Shape;369;p22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70" name="Google Shape;370;p22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71" name="Google Shape;371;p22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72" name="Google Shape;372;p22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0004040" cy="470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374;p22"/>
          <p:cNvSpPr/>
          <p:nvPr/>
        </p:nvSpPr>
        <p:spPr>
          <a:xfrm>
            <a:off x="18772920" y="733320"/>
            <a:ext cx="4575240" cy="69271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Поместите квадратное изображение на слайд, затем с помощью инструмента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Обрезка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выберете обрезку с помощью овала.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Переместите изображение в 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«</a:t>
            </a: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область для фотографии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»‎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и подберите его размер, чтобы оно закрывало собой пунктирную линию.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Google Shape;375;p22"/>
          <p:cNvPicPr/>
          <p:nvPr/>
        </p:nvPicPr>
        <p:blipFill>
          <a:blip r:embed="rId2"/>
          <a:stretch/>
        </p:blipFill>
        <p:spPr>
          <a:xfrm>
            <a:off x="18943920" y="5191200"/>
            <a:ext cx="4104720" cy="230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oogle Shape;376;p22"/>
          <p:cNvPicPr/>
          <p:nvPr/>
        </p:nvPicPr>
        <p:blipFill>
          <a:blip r:embed="rId3"/>
          <a:stretch/>
        </p:blipFill>
        <p:spPr>
          <a:xfrm>
            <a:off x="18943920" y="1635840"/>
            <a:ext cx="4104720" cy="198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Google Shape;377;p22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oogle Shape;380;p2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79" name="Google Shape;381;p2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0" name="Google Shape;382;p2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1" name="Google Shape;383;p2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2" name="Google Shape;384;p2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oogle Shape;22;p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84" name="Google Shape;23;p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5" name="Google Shape;24;p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6" name="Google Shape;25;p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7" name="Google Shape;26;p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88" name="PlaceHolder 1"/>
          <p:cNvSpPr>
            <a:spLocks noGrp="1"/>
          </p:cNvSpPr>
          <p:nvPr>
            <p:ph type="body"/>
          </p:nvPr>
        </p:nvSpPr>
        <p:spPr>
          <a:xfrm>
            <a:off x="551880" y="2217600"/>
            <a:ext cx="12862440" cy="71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87680" cy="14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0" name="Google Shape;29;p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91" name="Google Shape;30;p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2" name="Google Shape;31;p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3" name="Google Shape;32;p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4" name="Google Shape;33;p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35;p5"/>
          <p:cNvSpPr/>
          <p:nvPr/>
        </p:nvSpPr>
        <p:spPr>
          <a:xfrm>
            <a:off x="9175680" y="2983680"/>
            <a:ext cx="8520840" cy="5144040"/>
          </a:xfrm>
          <a:prstGeom prst="roundRect">
            <a:avLst>
              <a:gd name="adj" fmla="val 6404"/>
            </a:avLst>
          </a:prstGeom>
          <a:noFill/>
          <a:ln w="19080">
            <a:solidFill>
              <a:srgbClr val="00000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196" name="Google Shape;36;p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197" name="Google Shape;37;p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8" name="Google Shape;38;p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9" name="Google Shape;39;p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0" name="Google Shape;40;p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87680" cy="147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2" name="Google Shape;42;p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03" name="Google Shape;43;p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4" name="Google Shape;44;p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5" name="Google Shape;45;p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6" name="Google Shape;46;p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07" name="Google Shape;47;p5"/>
          <p:cNvSpPr/>
          <p:nvPr/>
        </p:nvSpPr>
        <p:spPr>
          <a:xfrm>
            <a:off x="10556640" y="5189400"/>
            <a:ext cx="5716080" cy="11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Область для фотографии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(изображение должно перекрывать пунктирную рамку)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551880" y="9396000"/>
            <a:ext cx="7145640" cy="2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49;p5"/>
          <p:cNvSpPr/>
          <p:nvPr/>
        </p:nvSpPr>
        <p:spPr>
          <a:xfrm>
            <a:off x="18772920" y="733320"/>
            <a:ext cx="4575240" cy="84103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Поместите изображение на слайд, затем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 помощью инструмента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Обрезка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выберете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обрезку с помощью прямоугольника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с закруглёнными углами.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Добавьте чёрную обводку в 8 пикселей. Поместите изображение в 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«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область для фотографии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»‎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и выровняйте иллюстрацию по заданным направляющим. Изображение должно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перекрывать собой пунктирную линию.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0" name="Google Shape;50;p5"/>
          <p:cNvPicPr/>
          <p:nvPr/>
        </p:nvPicPr>
        <p:blipFill>
          <a:blip r:embed="rId2"/>
          <a:stretch/>
        </p:blipFill>
        <p:spPr>
          <a:xfrm>
            <a:off x="18943920" y="1929240"/>
            <a:ext cx="4104720" cy="160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551880" y="2217600"/>
            <a:ext cx="7145640" cy="71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2" name="Google Shape;52;p5"/>
          <p:cNvPicPr/>
          <p:nvPr/>
        </p:nvPicPr>
        <p:blipFill>
          <a:blip r:embed="rId3"/>
          <a:stretch/>
        </p:blipFill>
        <p:spPr>
          <a:xfrm>
            <a:off x="18943920" y="5583960"/>
            <a:ext cx="4104720" cy="326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Google Shape;53;p5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55;p6"/>
          <p:cNvSpPr/>
          <p:nvPr/>
        </p:nvSpPr>
        <p:spPr>
          <a:xfrm>
            <a:off x="1092600" y="2249280"/>
            <a:ext cx="6119640" cy="6119640"/>
          </a:xfrm>
          <a:prstGeom prst="ellipse">
            <a:avLst/>
          </a:prstGeom>
          <a:noFill/>
          <a:ln w="19080">
            <a:solidFill>
              <a:srgbClr val="00000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215" name="Google Shape;56;p6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16" name="Google Shape;57;p6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17" name="Google Shape;58;p6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18" name="Google Shape;59;p6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19" name="Google Shape;60;p6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20" name="Google Shape;61;p6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21" name="Google Shape;62;p6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22" name="Google Shape;63;p6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23" name="Google Shape;64;p6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24" name="Google Shape;65;p6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25" name="Google Shape;66;p6"/>
          <p:cNvSpPr/>
          <p:nvPr/>
        </p:nvSpPr>
        <p:spPr>
          <a:xfrm>
            <a:off x="7706880" y="2717640"/>
            <a:ext cx="686520" cy="479160"/>
          </a:xfrm>
          <a:custGeom>
            <a:avLst/>
            <a:gdLst>
              <a:gd name="textAreaLeft" fmla="*/ 0 w 686520"/>
              <a:gd name="textAreaRight" fmla="*/ 686880 w 686520"/>
              <a:gd name="textAreaTop" fmla="*/ 0 h 479160"/>
              <a:gd name="textAreaBottom" fmla="*/ 479520 h 479160"/>
            </a:gdLst>
            <a:ahLst/>
            <a:cxnLst/>
            <a:rect l="textAreaLeft" t="textAreaTop" r="textAreaRight" b="textAreaBottom"/>
            <a:pathLst>
              <a:path w="273928" h="191173">
                <a:moveTo>
                  <a:pt x="79295" y="0"/>
                </a:moveTo>
                <a:lnTo>
                  <a:pt x="0" y="105246"/>
                </a:lnTo>
                <a:lnTo>
                  <a:pt x="0" y="191172"/>
                </a:lnTo>
                <a:lnTo>
                  <a:pt x="93712" y="191172"/>
                </a:lnTo>
                <a:lnTo>
                  <a:pt x="93712" y="105246"/>
                </a:lnTo>
                <a:lnTo>
                  <a:pt x="122547" y="0"/>
                </a:lnTo>
                <a:close/>
                <a:moveTo>
                  <a:pt x="230676" y="0"/>
                </a:moveTo>
                <a:lnTo>
                  <a:pt x="151381" y="105246"/>
                </a:lnTo>
                <a:lnTo>
                  <a:pt x="151381" y="191172"/>
                </a:lnTo>
                <a:lnTo>
                  <a:pt x="245093" y="191172"/>
                </a:lnTo>
                <a:lnTo>
                  <a:pt x="245093" y="105246"/>
                </a:lnTo>
                <a:lnTo>
                  <a:pt x="273928" y="0"/>
                </a:lnTo>
                <a:close/>
              </a:path>
            </a:pathLst>
          </a:custGeom>
          <a:solidFill>
            <a:srgbClr val="4bd0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26" name="Google Shape;67;p6"/>
          <p:cNvSpPr/>
          <p:nvPr/>
        </p:nvSpPr>
        <p:spPr>
          <a:xfrm>
            <a:off x="1497240" y="4946400"/>
            <a:ext cx="5319360" cy="7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Область для круглой фотографии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(изображение должно перекрывать пунктирный радиус)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7706880" y="3452400"/>
            <a:ext cx="8574480" cy="296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70;p6"/>
          <p:cNvSpPr/>
          <p:nvPr/>
        </p:nvSpPr>
        <p:spPr>
          <a:xfrm>
            <a:off x="18772920" y="733320"/>
            <a:ext cx="4575240" cy="86623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Поместите квадратное изображение на слайд, затем с помощью инструмента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Обрезка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выберете обрезку с помощью овала.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Переместите изображение в 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«</a:t>
            </a: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область для фотографии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»‎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и подберите его размер, чтобы оно закрывало собой пунктирную линию. Проверьте выравнивание используя направляющие.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Google Shape;71;p6"/>
          <p:cNvPicPr/>
          <p:nvPr/>
        </p:nvPicPr>
        <p:blipFill>
          <a:blip r:embed="rId2"/>
          <a:stretch/>
        </p:blipFill>
        <p:spPr>
          <a:xfrm>
            <a:off x="18943920" y="1635840"/>
            <a:ext cx="4104720" cy="198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0" name="Google Shape;72;p6"/>
          <p:cNvPicPr/>
          <p:nvPr/>
        </p:nvPicPr>
        <p:blipFill>
          <a:blip r:embed="rId3"/>
          <a:stretch/>
        </p:blipFill>
        <p:spPr>
          <a:xfrm>
            <a:off x="18943920" y="5338080"/>
            <a:ext cx="3821040" cy="380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Google Shape;73;p6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" name="Google Shape;75;p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33" name="Google Shape;76;p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34" name="Google Shape;77;p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35" name="Google Shape;78;p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36" name="Google Shape;79;p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37" name="Google Shape;80;p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38" name="Google Shape;81;p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39" name="Google Shape;82;p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0" name="Google Shape;83;p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1" name="Google Shape;84;p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43" name="Google Shape;86;p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44" name="Google Shape;87;p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5" name="Google Shape;88;p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6" name="Google Shape;89;p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7" name="Google Shape;90;p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93;p8"/>
          <p:cNvSpPr/>
          <p:nvPr/>
        </p:nvSpPr>
        <p:spPr>
          <a:xfrm>
            <a:off x="583560" y="1484640"/>
            <a:ext cx="5666040" cy="5666040"/>
          </a:xfrm>
          <a:prstGeom prst="ellipse">
            <a:avLst/>
          </a:prstGeom>
          <a:noFill/>
          <a:ln w="19080">
            <a:solidFill>
              <a:srgbClr val="00000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9" name="Google Shape;94;p8"/>
          <p:cNvSpPr/>
          <p:nvPr/>
        </p:nvSpPr>
        <p:spPr>
          <a:xfrm>
            <a:off x="735840" y="4075560"/>
            <a:ext cx="534852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Область для круглой фотографии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(изображение должно перекрывать пунктирный радиус)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7702560" y="2210760"/>
            <a:ext cx="8570160" cy="14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97;p8"/>
          <p:cNvSpPr/>
          <p:nvPr/>
        </p:nvSpPr>
        <p:spPr>
          <a:xfrm>
            <a:off x="7702560" y="4946760"/>
            <a:ext cx="7132320" cy="7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Аккаунты в соц.сетях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2" name="Google Shape;98;p8"/>
          <p:cNvGrpSpPr/>
          <p:nvPr/>
        </p:nvGrpSpPr>
        <p:grpSpPr>
          <a:xfrm>
            <a:off x="7702560" y="5935320"/>
            <a:ext cx="483840" cy="483840"/>
            <a:chOff x="7702560" y="5935320"/>
            <a:chExt cx="483840" cy="483840"/>
          </a:xfrm>
        </p:grpSpPr>
        <p:sp>
          <p:nvSpPr>
            <p:cNvPr id="253" name="Google Shape;99;p8"/>
            <p:cNvSpPr/>
            <p:nvPr/>
          </p:nvSpPr>
          <p:spPr>
            <a:xfrm>
              <a:off x="7702560" y="5935320"/>
              <a:ext cx="483840" cy="483840"/>
            </a:xfrm>
            <a:custGeom>
              <a:avLst/>
              <a:gdLst>
                <a:gd name="textAreaLeft" fmla="*/ 0 w 483840"/>
                <a:gd name="textAreaRight" fmla="*/ 484200 w 483840"/>
                <a:gd name="textAreaTop" fmla="*/ 0 h 483840"/>
                <a:gd name="textAreaBottom" fmla="*/ 484200 h 48384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54" name="Google Shape;100;p8"/>
            <p:cNvSpPr/>
            <p:nvPr/>
          </p:nvSpPr>
          <p:spPr>
            <a:xfrm>
              <a:off x="7894800" y="6072480"/>
              <a:ext cx="109080" cy="200520"/>
            </a:xfrm>
            <a:custGeom>
              <a:avLst/>
              <a:gdLst>
                <a:gd name="textAreaLeft" fmla="*/ 0 w 109080"/>
                <a:gd name="textAreaRight" fmla="*/ 109440 w 109080"/>
                <a:gd name="textAreaTop" fmla="*/ 0 h 200520"/>
                <a:gd name="textAreaBottom" fmla="*/ 200880 h 20052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55" name="Google Shape;101;p8"/>
          <p:cNvGrpSpPr/>
          <p:nvPr/>
        </p:nvGrpSpPr>
        <p:grpSpPr>
          <a:xfrm>
            <a:off x="7697520" y="6669000"/>
            <a:ext cx="503280" cy="503280"/>
            <a:chOff x="7697520" y="6669000"/>
            <a:chExt cx="503280" cy="503280"/>
          </a:xfrm>
        </p:grpSpPr>
        <p:sp>
          <p:nvSpPr>
            <p:cNvPr id="256" name="Google Shape;102;p8"/>
            <p:cNvSpPr/>
            <p:nvPr/>
          </p:nvSpPr>
          <p:spPr>
            <a:xfrm>
              <a:off x="7697520" y="6669000"/>
              <a:ext cx="503280" cy="503280"/>
            </a:xfrm>
            <a:custGeom>
              <a:avLst/>
              <a:gdLst>
                <a:gd name="textAreaLeft" fmla="*/ 0 w 503280"/>
                <a:gd name="textAreaRight" fmla="*/ 503640 w 503280"/>
                <a:gd name="textAreaTop" fmla="*/ 0 h 503280"/>
                <a:gd name="textAreaBottom" fmla="*/ 503640 h 50328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57" name="Google Shape;103;p8"/>
            <p:cNvSpPr/>
            <p:nvPr/>
          </p:nvSpPr>
          <p:spPr>
            <a:xfrm>
              <a:off x="7846560" y="6818040"/>
              <a:ext cx="212400" cy="212400"/>
            </a:xfrm>
            <a:custGeom>
              <a:avLst/>
              <a:gdLst>
                <a:gd name="textAreaLeft" fmla="*/ 0 w 212400"/>
                <a:gd name="textAreaRight" fmla="*/ 212760 w 212400"/>
                <a:gd name="textAreaTop" fmla="*/ 0 h 212400"/>
                <a:gd name="textAreaBottom" fmla="*/ 212760 h 212400"/>
              </a:gdLst>
              <a:ahLst/>
              <a:cxnLst/>
              <a:rect l="textAreaLeft" t="textAreaTop" r="textAreaRight" b="textAreaBottom"/>
              <a:pathLst>
                <a:path w="87606" h="87606">
                  <a:moveTo>
                    <a:pt x="66580" y="15186"/>
                  </a:moveTo>
                  <a:cubicBezTo>
                    <a:pt x="68216" y="15186"/>
                    <a:pt x="69617" y="15887"/>
                    <a:pt x="70552" y="16821"/>
                  </a:cubicBezTo>
                  <a:cubicBezTo>
                    <a:pt x="71486" y="17755"/>
                    <a:pt x="72187" y="19157"/>
                    <a:pt x="72187" y="20792"/>
                  </a:cubicBezTo>
                  <a:cubicBezTo>
                    <a:pt x="72187" y="22194"/>
                    <a:pt x="71486" y="23596"/>
                    <a:pt x="70552" y="24530"/>
                  </a:cubicBezTo>
                  <a:cubicBezTo>
                    <a:pt x="69617" y="25698"/>
                    <a:pt x="68216" y="26166"/>
                    <a:pt x="66580" y="26166"/>
                  </a:cubicBezTo>
                  <a:cubicBezTo>
                    <a:pt x="65179" y="26166"/>
                    <a:pt x="63777" y="25698"/>
                    <a:pt x="62843" y="24530"/>
                  </a:cubicBezTo>
                  <a:cubicBezTo>
                    <a:pt x="61675" y="23596"/>
                    <a:pt x="61207" y="22194"/>
                    <a:pt x="61207" y="20792"/>
                  </a:cubicBezTo>
                  <a:cubicBezTo>
                    <a:pt x="61207" y="19157"/>
                    <a:pt x="61675" y="17755"/>
                    <a:pt x="62843" y="16821"/>
                  </a:cubicBezTo>
                  <a:cubicBezTo>
                    <a:pt x="63777" y="15887"/>
                    <a:pt x="65179" y="15186"/>
                    <a:pt x="66580" y="15186"/>
                  </a:cubicBezTo>
                  <a:close/>
                  <a:moveTo>
                    <a:pt x="43686" y="30604"/>
                  </a:moveTo>
                  <a:cubicBezTo>
                    <a:pt x="40182" y="30604"/>
                    <a:pt x="36912" y="32006"/>
                    <a:pt x="34342" y="34342"/>
                  </a:cubicBezTo>
                  <a:cubicBezTo>
                    <a:pt x="32006" y="36912"/>
                    <a:pt x="30604" y="40182"/>
                    <a:pt x="30604" y="43686"/>
                  </a:cubicBezTo>
                  <a:cubicBezTo>
                    <a:pt x="30604" y="47191"/>
                    <a:pt x="32006" y="50461"/>
                    <a:pt x="34342" y="53031"/>
                  </a:cubicBezTo>
                  <a:cubicBezTo>
                    <a:pt x="36912" y="55367"/>
                    <a:pt x="40182" y="56769"/>
                    <a:pt x="43686" y="56769"/>
                  </a:cubicBezTo>
                  <a:cubicBezTo>
                    <a:pt x="47191" y="56769"/>
                    <a:pt x="50461" y="55367"/>
                    <a:pt x="53031" y="53031"/>
                  </a:cubicBezTo>
                  <a:cubicBezTo>
                    <a:pt x="55367" y="50461"/>
                    <a:pt x="56769" y="47191"/>
                    <a:pt x="56769" y="43686"/>
                  </a:cubicBezTo>
                  <a:cubicBezTo>
                    <a:pt x="56769" y="40182"/>
                    <a:pt x="55367" y="36912"/>
                    <a:pt x="53031" y="34342"/>
                  </a:cubicBezTo>
                  <a:cubicBezTo>
                    <a:pt x="50461" y="32006"/>
                    <a:pt x="47191" y="30604"/>
                    <a:pt x="43686" y="30604"/>
                  </a:cubicBezTo>
                  <a:close/>
                  <a:moveTo>
                    <a:pt x="43686" y="21727"/>
                  </a:moveTo>
                  <a:cubicBezTo>
                    <a:pt x="49527" y="21727"/>
                    <a:pt x="55133" y="24063"/>
                    <a:pt x="59105" y="28268"/>
                  </a:cubicBezTo>
                  <a:cubicBezTo>
                    <a:pt x="63310" y="32239"/>
                    <a:pt x="65646" y="37846"/>
                    <a:pt x="65646" y="43686"/>
                  </a:cubicBezTo>
                  <a:cubicBezTo>
                    <a:pt x="65646" y="49527"/>
                    <a:pt x="63310" y="55133"/>
                    <a:pt x="59105" y="59105"/>
                  </a:cubicBezTo>
                  <a:cubicBezTo>
                    <a:pt x="55133" y="63310"/>
                    <a:pt x="49527" y="65646"/>
                    <a:pt x="43686" y="65646"/>
                  </a:cubicBezTo>
                  <a:cubicBezTo>
                    <a:pt x="37846" y="65646"/>
                    <a:pt x="32239" y="63310"/>
                    <a:pt x="28268" y="59105"/>
                  </a:cubicBezTo>
                  <a:cubicBezTo>
                    <a:pt x="24063" y="55133"/>
                    <a:pt x="21727" y="49527"/>
                    <a:pt x="21727" y="43686"/>
                  </a:cubicBezTo>
                  <a:cubicBezTo>
                    <a:pt x="21727" y="37846"/>
                    <a:pt x="24063" y="32239"/>
                    <a:pt x="28268" y="28268"/>
                  </a:cubicBezTo>
                  <a:cubicBezTo>
                    <a:pt x="32239" y="24063"/>
                    <a:pt x="37846" y="21727"/>
                    <a:pt x="43686" y="21727"/>
                  </a:cubicBezTo>
                  <a:close/>
                  <a:moveTo>
                    <a:pt x="43686" y="1"/>
                  </a:moveTo>
                  <a:cubicBezTo>
                    <a:pt x="31772" y="1"/>
                    <a:pt x="30371" y="1"/>
                    <a:pt x="25698" y="235"/>
                  </a:cubicBezTo>
                  <a:cubicBezTo>
                    <a:pt x="21026" y="468"/>
                    <a:pt x="17755" y="1169"/>
                    <a:pt x="14952" y="2103"/>
                  </a:cubicBezTo>
                  <a:cubicBezTo>
                    <a:pt x="12149" y="3272"/>
                    <a:pt x="9345" y="4907"/>
                    <a:pt x="7243" y="7243"/>
                  </a:cubicBezTo>
                  <a:cubicBezTo>
                    <a:pt x="4907" y="9345"/>
                    <a:pt x="3272" y="12149"/>
                    <a:pt x="2103" y="14952"/>
                  </a:cubicBezTo>
                  <a:cubicBezTo>
                    <a:pt x="1169" y="17755"/>
                    <a:pt x="468" y="21026"/>
                    <a:pt x="235" y="25698"/>
                  </a:cubicBezTo>
                  <a:cubicBezTo>
                    <a:pt x="1" y="30371"/>
                    <a:pt x="1" y="31772"/>
                    <a:pt x="1" y="43686"/>
                  </a:cubicBezTo>
                  <a:cubicBezTo>
                    <a:pt x="1" y="55601"/>
                    <a:pt x="1" y="57002"/>
                    <a:pt x="235" y="61675"/>
                  </a:cubicBezTo>
                  <a:cubicBezTo>
                    <a:pt x="468" y="66347"/>
                    <a:pt x="1169" y="69617"/>
                    <a:pt x="2103" y="72421"/>
                  </a:cubicBezTo>
                  <a:cubicBezTo>
                    <a:pt x="3272" y="75224"/>
                    <a:pt x="4907" y="78027"/>
                    <a:pt x="7243" y="80130"/>
                  </a:cubicBezTo>
                  <a:cubicBezTo>
                    <a:pt x="9345" y="82466"/>
                    <a:pt x="12149" y="84101"/>
                    <a:pt x="14952" y="85269"/>
                  </a:cubicBezTo>
                  <a:cubicBezTo>
                    <a:pt x="17755" y="86204"/>
                    <a:pt x="21026" y="86905"/>
                    <a:pt x="25698" y="87138"/>
                  </a:cubicBezTo>
                  <a:cubicBezTo>
                    <a:pt x="30371" y="87372"/>
                    <a:pt x="31772" y="87605"/>
                    <a:pt x="43686" y="87605"/>
                  </a:cubicBezTo>
                  <a:cubicBezTo>
                    <a:pt x="55601" y="87605"/>
                    <a:pt x="57002" y="87372"/>
                    <a:pt x="61675" y="87138"/>
                  </a:cubicBezTo>
                  <a:cubicBezTo>
                    <a:pt x="66347" y="86905"/>
                    <a:pt x="69617" y="86204"/>
                    <a:pt x="72421" y="85269"/>
                  </a:cubicBezTo>
                  <a:cubicBezTo>
                    <a:pt x="75224" y="84101"/>
                    <a:pt x="78027" y="82466"/>
                    <a:pt x="80130" y="80130"/>
                  </a:cubicBezTo>
                  <a:cubicBezTo>
                    <a:pt x="82466" y="78027"/>
                    <a:pt x="84101" y="75224"/>
                    <a:pt x="85269" y="72421"/>
                  </a:cubicBezTo>
                  <a:cubicBezTo>
                    <a:pt x="86204" y="69617"/>
                    <a:pt x="86905" y="66347"/>
                    <a:pt x="87138" y="61675"/>
                  </a:cubicBezTo>
                  <a:cubicBezTo>
                    <a:pt x="87372" y="57002"/>
                    <a:pt x="87605" y="55601"/>
                    <a:pt x="87605" y="43686"/>
                  </a:cubicBezTo>
                  <a:cubicBezTo>
                    <a:pt x="87605" y="31772"/>
                    <a:pt x="87372" y="30371"/>
                    <a:pt x="87138" y="25698"/>
                  </a:cubicBezTo>
                  <a:cubicBezTo>
                    <a:pt x="86905" y="21026"/>
                    <a:pt x="86204" y="17755"/>
                    <a:pt x="85269" y="14952"/>
                  </a:cubicBezTo>
                  <a:cubicBezTo>
                    <a:pt x="84101" y="12149"/>
                    <a:pt x="82466" y="9345"/>
                    <a:pt x="80130" y="7243"/>
                  </a:cubicBezTo>
                  <a:cubicBezTo>
                    <a:pt x="77794" y="4907"/>
                    <a:pt x="75224" y="3272"/>
                    <a:pt x="72421" y="2103"/>
                  </a:cubicBezTo>
                  <a:cubicBezTo>
                    <a:pt x="69617" y="1169"/>
                    <a:pt x="66347" y="468"/>
                    <a:pt x="61675" y="235"/>
                  </a:cubicBezTo>
                  <a:cubicBezTo>
                    <a:pt x="57002" y="1"/>
                    <a:pt x="55601" y="1"/>
                    <a:pt x="43686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58" name="Google Shape;104;p8"/>
          <p:cNvGrpSpPr/>
          <p:nvPr/>
        </p:nvGrpSpPr>
        <p:grpSpPr>
          <a:xfrm>
            <a:off x="7697880" y="7415640"/>
            <a:ext cx="493200" cy="493200"/>
            <a:chOff x="7697880" y="7415640"/>
            <a:chExt cx="493200" cy="493200"/>
          </a:xfrm>
        </p:grpSpPr>
        <p:sp>
          <p:nvSpPr>
            <p:cNvPr id="259" name="Google Shape;105;p8"/>
            <p:cNvSpPr/>
            <p:nvPr/>
          </p:nvSpPr>
          <p:spPr>
            <a:xfrm>
              <a:off x="7697880" y="7415640"/>
              <a:ext cx="493200" cy="493200"/>
            </a:xfrm>
            <a:custGeom>
              <a:avLst/>
              <a:gdLst>
                <a:gd name="textAreaLeft" fmla="*/ 0 w 493200"/>
                <a:gd name="textAreaRight" fmla="*/ 493560 w 493200"/>
                <a:gd name="textAreaTop" fmla="*/ 0 h 493200"/>
                <a:gd name="textAreaBottom" fmla="*/ 493560 h 49320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0" name="Google Shape;106;p8"/>
            <p:cNvSpPr/>
            <p:nvPr/>
          </p:nvSpPr>
          <p:spPr>
            <a:xfrm>
              <a:off x="7822080" y="7554600"/>
              <a:ext cx="236880" cy="215280"/>
            </a:xfrm>
            <a:custGeom>
              <a:avLst/>
              <a:gdLst>
                <a:gd name="textAreaLeft" fmla="*/ 0 w 236880"/>
                <a:gd name="textAreaRight" fmla="*/ 237240 w 236880"/>
                <a:gd name="textAreaTop" fmla="*/ 0 h 215280"/>
                <a:gd name="textAreaBottom" fmla="*/ 215640 h 215280"/>
              </a:gdLst>
              <a:ahLst/>
              <a:cxnLst/>
              <a:rect l="textAreaLeft" t="textAreaTop" r="textAreaRight" b="textAreaBottom"/>
              <a:pathLst>
                <a:path w="99753" h="90562">
                  <a:moveTo>
                    <a:pt x="91810" y="7943"/>
                  </a:moveTo>
                  <a:cubicBezTo>
                    <a:pt x="91810" y="8176"/>
                    <a:pt x="91810" y="8176"/>
                    <a:pt x="91810" y="8644"/>
                  </a:cubicBezTo>
                  <a:lnTo>
                    <a:pt x="77559" y="81998"/>
                  </a:lnTo>
                  <a:cubicBezTo>
                    <a:pt x="77559" y="82231"/>
                    <a:pt x="77326" y="82465"/>
                    <a:pt x="77092" y="82699"/>
                  </a:cubicBezTo>
                  <a:cubicBezTo>
                    <a:pt x="76995" y="82795"/>
                    <a:pt x="76899" y="82852"/>
                    <a:pt x="76735" y="82852"/>
                  </a:cubicBezTo>
                  <a:cubicBezTo>
                    <a:pt x="76505" y="82852"/>
                    <a:pt x="76141" y="82739"/>
                    <a:pt x="75457" y="82465"/>
                  </a:cubicBezTo>
                  <a:lnTo>
                    <a:pt x="52796" y="64944"/>
                  </a:lnTo>
                  <a:lnTo>
                    <a:pt x="39247" y="77559"/>
                  </a:lnTo>
                  <a:lnTo>
                    <a:pt x="42050" y="59104"/>
                  </a:lnTo>
                  <a:lnTo>
                    <a:pt x="78961" y="24062"/>
                  </a:lnTo>
                  <a:cubicBezTo>
                    <a:pt x="80363" y="22660"/>
                    <a:pt x="79895" y="22427"/>
                    <a:pt x="79895" y="22427"/>
                  </a:cubicBezTo>
                  <a:cubicBezTo>
                    <a:pt x="79895" y="21679"/>
                    <a:pt x="79522" y="21455"/>
                    <a:pt x="79073" y="21455"/>
                  </a:cubicBezTo>
                  <a:cubicBezTo>
                    <a:pt x="78400" y="21455"/>
                    <a:pt x="77559" y="21960"/>
                    <a:pt x="77559" y="21960"/>
                  </a:cubicBezTo>
                  <a:lnTo>
                    <a:pt x="31071" y="51161"/>
                  </a:lnTo>
                  <a:lnTo>
                    <a:pt x="31071" y="50927"/>
                  </a:lnTo>
                  <a:lnTo>
                    <a:pt x="8877" y="43452"/>
                  </a:lnTo>
                  <a:lnTo>
                    <a:pt x="8877" y="43218"/>
                  </a:lnTo>
                  <a:lnTo>
                    <a:pt x="9111" y="43218"/>
                  </a:lnTo>
                  <a:cubicBezTo>
                    <a:pt x="9111" y="43218"/>
                    <a:pt x="28968" y="34808"/>
                    <a:pt x="49292" y="26165"/>
                  </a:cubicBezTo>
                  <a:cubicBezTo>
                    <a:pt x="59338" y="21726"/>
                    <a:pt x="69616" y="17287"/>
                    <a:pt x="77326" y="14017"/>
                  </a:cubicBezTo>
                  <a:cubicBezTo>
                    <a:pt x="85268" y="10746"/>
                    <a:pt x="91109" y="8176"/>
                    <a:pt x="91342" y="8176"/>
                  </a:cubicBezTo>
                  <a:cubicBezTo>
                    <a:pt x="91810" y="7943"/>
                    <a:pt x="91576" y="7943"/>
                    <a:pt x="91810" y="7943"/>
                  </a:cubicBezTo>
                  <a:close/>
                  <a:moveTo>
                    <a:pt x="92277" y="0"/>
                  </a:moveTo>
                  <a:cubicBezTo>
                    <a:pt x="90875" y="0"/>
                    <a:pt x="89707" y="467"/>
                    <a:pt x="88539" y="934"/>
                  </a:cubicBezTo>
                  <a:cubicBezTo>
                    <a:pt x="87605" y="1402"/>
                    <a:pt x="82232" y="3504"/>
                    <a:pt x="74522" y="6775"/>
                  </a:cubicBezTo>
                  <a:lnTo>
                    <a:pt x="46255" y="18923"/>
                  </a:lnTo>
                  <a:cubicBezTo>
                    <a:pt x="25931" y="27566"/>
                    <a:pt x="6074" y="35976"/>
                    <a:pt x="6074" y="35976"/>
                  </a:cubicBezTo>
                  <a:lnTo>
                    <a:pt x="6308" y="35976"/>
                  </a:lnTo>
                  <a:cubicBezTo>
                    <a:pt x="6308" y="35976"/>
                    <a:pt x="4906" y="36443"/>
                    <a:pt x="3504" y="37378"/>
                  </a:cubicBezTo>
                  <a:cubicBezTo>
                    <a:pt x="2803" y="38079"/>
                    <a:pt x="1869" y="38780"/>
                    <a:pt x="1402" y="39714"/>
                  </a:cubicBezTo>
                  <a:cubicBezTo>
                    <a:pt x="701" y="40649"/>
                    <a:pt x="0" y="42284"/>
                    <a:pt x="234" y="43919"/>
                  </a:cubicBezTo>
                  <a:cubicBezTo>
                    <a:pt x="701" y="46722"/>
                    <a:pt x="2336" y="48358"/>
                    <a:pt x="3738" y="49292"/>
                  </a:cubicBezTo>
                  <a:cubicBezTo>
                    <a:pt x="4906" y="50227"/>
                    <a:pt x="6308" y="50694"/>
                    <a:pt x="6308" y="50694"/>
                  </a:cubicBezTo>
                  <a:lnTo>
                    <a:pt x="24997" y="57001"/>
                  </a:lnTo>
                  <a:cubicBezTo>
                    <a:pt x="25697" y="59805"/>
                    <a:pt x="30603" y="75924"/>
                    <a:pt x="31771" y="79662"/>
                  </a:cubicBezTo>
                  <a:cubicBezTo>
                    <a:pt x="32472" y="81998"/>
                    <a:pt x="33173" y="83400"/>
                    <a:pt x="33874" y="84334"/>
                  </a:cubicBezTo>
                  <a:cubicBezTo>
                    <a:pt x="34341" y="85035"/>
                    <a:pt x="34808" y="85502"/>
                    <a:pt x="35509" y="85736"/>
                  </a:cubicBezTo>
                  <a:cubicBezTo>
                    <a:pt x="35743" y="85969"/>
                    <a:pt x="35976" y="86203"/>
                    <a:pt x="36444" y="86203"/>
                  </a:cubicBezTo>
                  <a:lnTo>
                    <a:pt x="36677" y="86203"/>
                  </a:lnTo>
                  <a:cubicBezTo>
                    <a:pt x="37285" y="86390"/>
                    <a:pt x="37864" y="86465"/>
                    <a:pt x="38402" y="86465"/>
                  </a:cubicBezTo>
                  <a:cubicBezTo>
                    <a:pt x="40555" y="86465"/>
                    <a:pt x="42050" y="85268"/>
                    <a:pt x="42050" y="85268"/>
                  </a:cubicBezTo>
                  <a:lnTo>
                    <a:pt x="42284" y="85268"/>
                  </a:lnTo>
                  <a:lnTo>
                    <a:pt x="53264" y="74989"/>
                  </a:lnTo>
                  <a:lnTo>
                    <a:pt x="71719" y="89473"/>
                  </a:lnTo>
                  <a:lnTo>
                    <a:pt x="72186" y="89707"/>
                  </a:lnTo>
                  <a:cubicBezTo>
                    <a:pt x="73559" y="90308"/>
                    <a:pt x="74963" y="90562"/>
                    <a:pt x="76294" y="90562"/>
                  </a:cubicBezTo>
                  <a:cubicBezTo>
                    <a:pt x="78589" y="90562"/>
                    <a:pt x="80668" y="89807"/>
                    <a:pt x="81998" y="88773"/>
                  </a:cubicBezTo>
                  <a:cubicBezTo>
                    <a:pt x="83867" y="86904"/>
                    <a:pt x="84801" y="84801"/>
                    <a:pt x="84801" y="84801"/>
                  </a:cubicBezTo>
                  <a:lnTo>
                    <a:pt x="84801" y="84568"/>
                  </a:lnTo>
                  <a:lnTo>
                    <a:pt x="99052" y="10279"/>
                  </a:lnTo>
                  <a:cubicBezTo>
                    <a:pt x="99519" y="8410"/>
                    <a:pt x="99752" y="6775"/>
                    <a:pt x="99285" y="5139"/>
                  </a:cubicBezTo>
                  <a:cubicBezTo>
                    <a:pt x="98818" y="3504"/>
                    <a:pt x="97650" y="1869"/>
                    <a:pt x="96248" y="1168"/>
                  </a:cubicBezTo>
                  <a:cubicBezTo>
                    <a:pt x="95080" y="234"/>
                    <a:pt x="93679" y="0"/>
                    <a:pt x="9227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61" name="Google Shape;107;p8"/>
          <p:cNvGrpSpPr/>
          <p:nvPr/>
        </p:nvGrpSpPr>
        <p:grpSpPr>
          <a:xfrm>
            <a:off x="7697880" y="8156880"/>
            <a:ext cx="497880" cy="497880"/>
            <a:chOff x="7697880" y="8156880"/>
            <a:chExt cx="497880" cy="497880"/>
          </a:xfrm>
        </p:grpSpPr>
        <p:sp>
          <p:nvSpPr>
            <p:cNvPr id="262" name="Google Shape;108;p8"/>
            <p:cNvSpPr/>
            <p:nvPr/>
          </p:nvSpPr>
          <p:spPr>
            <a:xfrm>
              <a:off x="7697880" y="8156880"/>
              <a:ext cx="497880" cy="497880"/>
            </a:xfrm>
            <a:custGeom>
              <a:avLst/>
              <a:gdLst>
                <a:gd name="textAreaLeft" fmla="*/ 0 w 497880"/>
                <a:gd name="textAreaRight" fmla="*/ 498240 w 497880"/>
                <a:gd name="textAreaTop" fmla="*/ 0 h 497880"/>
                <a:gd name="textAreaBottom" fmla="*/ 498240 h 49788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3" name="Google Shape;109;p8"/>
            <p:cNvSpPr/>
            <p:nvPr/>
          </p:nvSpPr>
          <p:spPr>
            <a:xfrm>
              <a:off x="7866000" y="8307360"/>
              <a:ext cx="179280" cy="168480"/>
            </a:xfrm>
            <a:custGeom>
              <a:avLst/>
              <a:gdLst>
                <a:gd name="textAreaLeft" fmla="*/ 0 w 179280"/>
                <a:gd name="textAreaRight" fmla="*/ 179640 w 179280"/>
                <a:gd name="textAreaTop" fmla="*/ 0 h 168480"/>
                <a:gd name="textAreaBottom" fmla="*/ 168840 h 168480"/>
              </a:gdLst>
              <a:ahLst/>
              <a:cxnLst/>
              <a:rect l="textAreaLeft" t="textAreaTop" r="textAreaRight" b="textAreaBottom"/>
              <a:pathLst>
                <a:path w="74757" h="70318">
                  <a:moveTo>
                    <a:pt x="7943" y="0"/>
                  </a:moveTo>
                  <a:cubicBezTo>
                    <a:pt x="5841" y="0"/>
                    <a:pt x="3972" y="701"/>
                    <a:pt x="2337" y="2336"/>
                  </a:cubicBezTo>
                  <a:cubicBezTo>
                    <a:pt x="935" y="3738"/>
                    <a:pt x="1" y="5607"/>
                    <a:pt x="1" y="7709"/>
                  </a:cubicBezTo>
                  <a:cubicBezTo>
                    <a:pt x="1" y="9812"/>
                    <a:pt x="935" y="11914"/>
                    <a:pt x="2337" y="13316"/>
                  </a:cubicBezTo>
                  <a:cubicBezTo>
                    <a:pt x="3972" y="14718"/>
                    <a:pt x="5841" y="15652"/>
                    <a:pt x="7943" y="15652"/>
                  </a:cubicBezTo>
                  <a:cubicBezTo>
                    <a:pt x="10046" y="15652"/>
                    <a:pt x="11915" y="14718"/>
                    <a:pt x="13550" y="13316"/>
                  </a:cubicBezTo>
                  <a:cubicBezTo>
                    <a:pt x="14952" y="11914"/>
                    <a:pt x="15653" y="9812"/>
                    <a:pt x="15653" y="7709"/>
                  </a:cubicBezTo>
                  <a:cubicBezTo>
                    <a:pt x="15653" y="5840"/>
                    <a:pt x="14952" y="3738"/>
                    <a:pt x="13550" y="2336"/>
                  </a:cubicBezTo>
                  <a:cubicBezTo>
                    <a:pt x="11915" y="701"/>
                    <a:pt x="10046" y="0"/>
                    <a:pt x="7943" y="0"/>
                  </a:cubicBezTo>
                  <a:close/>
                  <a:moveTo>
                    <a:pt x="234" y="21492"/>
                  </a:moveTo>
                  <a:lnTo>
                    <a:pt x="234" y="70317"/>
                  </a:lnTo>
                  <a:lnTo>
                    <a:pt x="15886" y="70317"/>
                  </a:lnTo>
                  <a:lnTo>
                    <a:pt x="15886" y="21492"/>
                  </a:lnTo>
                  <a:close/>
                  <a:moveTo>
                    <a:pt x="56564" y="19886"/>
                  </a:moveTo>
                  <a:cubicBezTo>
                    <a:pt x="49899" y="19886"/>
                    <a:pt x="43331" y="22967"/>
                    <a:pt x="40649" y="28033"/>
                  </a:cubicBezTo>
                  <a:lnTo>
                    <a:pt x="40649" y="21492"/>
                  </a:lnTo>
                  <a:lnTo>
                    <a:pt x="25231" y="21492"/>
                  </a:lnTo>
                  <a:lnTo>
                    <a:pt x="25231" y="70317"/>
                  </a:lnTo>
                  <a:lnTo>
                    <a:pt x="40649" y="70317"/>
                  </a:lnTo>
                  <a:lnTo>
                    <a:pt x="40649" y="44620"/>
                  </a:lnTo>
                  <a:cubicBezTo>
                    <a:pt x="40649" y="37328"/>
                    <a:pt x="45481" y="33400"/>
                    <a:pt x="50201" y="33400"/>
                  </a:cubicBezTo>
                  <a:cubicBezTo>
                    <a:pt x="54704" y="33400"/>
                    <a:pt x="59104" y="36977"/>
                    <a:pt x="59104" y="44620"/>
                  </a:cubicBezTo>
                  <a:lnTo>
                    <a:pt x="59104" y="70317"/>
                  </a:lnTo>
                  <a:lnTo>
                    <a:pt x="74756" y="70317"/>
                  </a:lnTo>
                  <a:lnTo>
                    <a:pt x="74756" y="39480"/>
                  </a:lnTo>
                  <a:cubicBezTo>
                    <a:pt x="74756" y="25516"/>
                    <a:pt x="65572" y="19886"/>
                    <a:pt x="56564" y="19886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4240" bIns="842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64" name="Google Shape;110;p8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65" name="Google Shape;111;p8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6" name="Google Shape;112;p8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7" name="Google Shape;113;p8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68" name="Google Shape;114;p8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69" name="Google Shape;119;p8"/>
          <p:cNvSpPr/>
          <p:nvPr/>
        </p:nvSpPr>
        <p:spPr>
          <a:xfrm>
            <a:off x="18772920" y="733320"/>
            <a:ext cx="4575240" cy="86623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Поместите квадратное изображение на слайд, затем с помощью инструмента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Обрезка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выберете обрезку с помощью овала.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Переместите изображение в 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«</a:t>
            </a: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область для фотографии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»‎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и подберите его размер, чтобы оно закрывало собой пунктирную линию. Проверьте выравнивание используя направляющие.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Google Shape;120;p8"/>
          <p:cNvPicPr/>
          <p:nvPr/>
        </p:nvPicPr>
        <p:blipFill>
          <a:blip r:embed="rId2"/>
          <a:stretch/>
        </p:blipFill>
        <p:spPr>
          <a:xfrm>
            <a:off x="18943920" y="1635840"/>
            <a:ext cx="4104720" cy="198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1" name="Google Shape;121;p8"/>
          <p:cNvPicPr/>
          <p:nvPr/>
        </p:nvPicPr>
        <p:blipFill>
          <a:blip r:embed="rId3"/>
          <a:stretch/>
        </p:blipFill>
        <p:spPr>
          <a:xfrm>
            <a:off x="18943920" y="5338080"/>
            <a:ext cx="3821040" cy="380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2" name="Google Shape;122;p8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124;p9"/>
          <p:cNvSpPr/>
          <p:nvPr/>
        </p:nvSpPr>
        <p:spPr>
          <a:xfrm>
            <a:off x="571680" y="514080"/>
            <a:ext cx="4269240" cy="4269240"/>
          </a:xfrm>
          <a:prstGeom prst="ellipse">
            <a:avLst/>
          </a:prstGeom>
          <a:noFill/>
          <a:ln w="19080">
            <a:solidFill>
              <a:srgbClr val="000000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74" name="Google Shape;125;p9"/>
          <p:cNvSpPr/>
          <p:nvPr/>
        </p:nvSpPr>
        <p:spPr>
          <a:xfrm>
            <a:off x="803880" y="2221920"/>
            <a:ext cx="3814920" cy="98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19800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Область для круглой фотографии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(изображение должно перекрывать пунктирный радиус)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6268680" y="980280"/>
            <a:ext cx="10003320" cy="198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6" name="Google Shape;129;p9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277" name="Google Shape;130;p9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8" name="Google Shape;131;p9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79" name="Google Shape;132;p9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80" name="Google Shape;133;p9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81" name="Google Shape;135;p9"/>
          <p:cNvSpPr/>
          <p:nvPr/>
        </p:nvSpPr>
        <p:spPr>
          <a:xfrm>
            <a:off x="551880" y="5472000"/>
            <a:ext cx="285804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 спикере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136;p9"/>
          <p:cNvSpPr/>
          <p:nvPr/>
        </p:nvSpPr>
        <p:spPr>
          <a:xfrm>
            <a:off x="551880" y="8400960"/>
            <a:ext cx="2858040" cy="66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08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8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Аккаунты в соц.сетях: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3" name="Google Shape;137;p9"/>
          <p:cNvGrpSpPr/>
          <p:nvPr/>
        </p:nvGrpSpPr>
        <p:grpSpPr>
          <a:xfrm>
            <a:off x="6269040" y="8402760"/>
            <a:ext cx="496440" cy="499680"/>
            <a:chOff x="6269040" y="8402760"/>
            <a:chExt cx="496440" cy="499680"/>
          </a:xfrm>
        </p:grpSpPr>
        <p:sp>
          <p:nvSpPr>
            <p:cNvPr id="284" name="Google Shape;138;p9"/>
            <p:cNvSpPr/>
            <p:nvPr/>
          </p:nvSpPr>
          <p:spPr>
            <a:xfrm>
              <a:off x="6269040" y="8402760"/>
              <a:ext cx="496440" cy="499680"/>
            </a:xfrm>
            <a:custGeom>
              <a:avLst/>
              <a:gdLst>
                <a:gd name="textAreaLeft" fmla="*/ 0 w 496440"/>
                <a:gd name="textAreaRight" fmla="*/ 496800 w 496440"/>
                <a:gd name="textAreaTop" fmla="*/ 0 h 499680"/>
                <a:gd name="textAreaBottom" fmla="*/ 500040 h 49968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85" name="Google Shape;139;p9"/>
            <p:cNvSpPr/>
            <p:nvPr/>
          </p:nvSpPr>
          <p:spPr>
            <a:xfrm>
              <a:off x="6466320" y="8544600"/>
              <a:ext cx="111960" cy="207000"/>
            </a:xfrm>
            <a:custGeom>
              <a:avLst/>
              <a:gdLst>
                <a:gd name="textAreaLeft" fmla="*/ 0 w 111960"/>
                <a:gd name="textAreaRight" fmla="*/ 112320 w 11196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86" name="Google Shape;140;p9"/>
          <p:cNvGrpSpPr/>
          <p:nvPr/>
        </p:nvGrpSpPr>
        <p:grpSpPr>
          <a:xfrm>
            <a:off x="6268680" y="9144360"/>
            <a:ext cx="497160" cy="500040"/>
            <a:chOff x="6268680" y="9144360"/>
            <a:chExt cx="497160" cy="500040"/>
          </a:xfrm>
        </p:grpSpPr>
        <p:sp>
          <p:nvSpPr>
            <p:cNvPr id="287" name="Google Shape;141;p9"/>
            <p:cNvSpPr/>
            <p:nvPr/>
          </p:nvSpPr>
          <p:spPr>
            <a:xfrm>
              <a:off x="6268680" y="9144360"/>
              <a:ext cx="497160" cy="50004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88" name="Google Shape;142;p9"/>
            <p:cNvSpPr/>
            <p:nvPr/>
          </p:nvSpPr>
          <p:spPr>
            <a:xfrm>
              <a:off x="6416280" y="9292320"/>
              <a:ext cx="209880" cy="210960"/>
            </a:xfrm>
            <a:custGeom>
              <a:avLst/>
              <a:gdLst>
                <a:gd name="textAreaLeft" fmla="*/ 0 w 209880"/>
                <a:gd name="textAreaRight" fmla="*/ 210240 w 209880"/>
                <a:gd name="textAreaTop" fmla="*/ 0 h 210960"/>
                <a:gd name="textAreaBottom" fmla="*/ 211320 h 210960"/>
              </a:gdLst>
              <a:ahLst/>
              <a:cxnLst/>
              <a:rect l="textAreaLeft" t="textAreaTop" r="textAreaRight" b="textAreaBottom"/>
              <a:pathLst>
                <a:path w="87606" h="87606">
                  <a:moveTo>
                    <a:pt x="66580" y="15186"/>
                  </a:moveTo>
                  <a:cubicBezTo>
                    <a:pt x="68216" y="15186"/>
                    <a:pt x="69617" y="15887"/>
                    <a:pt x="70552" y="16821"/>
                  </a:cubicBezTo>
                  <a:cubicBezTo>
                    <a:pt x="71486" y="17755"/>
                    <a:pt x="72187" y="19157"/>
                    <a:pt x="72187" y="20792"/>
                  </a:cubicBezTo>
                  <a:cubicBezTo>
                    <a:pt x="72187" y="22194"/>
                    <a:pt x="71486" y="23596"/>
                    <a:pt x="70552" y="24530"/>
                  </a:cubicBezTo>
                  <a:cubicBezTo>
                    <a:pt x="69617" y="25698"/>
                    <a:pt x="68216" y="26166"/>
                    <a:pt x="66580" y="26166"/>
                  </a:cubicBezTo>
                  <a:cubicBezTo>
                    <a:pt x="65179" y="26166"/>
                    <a:pt x="63777" y="25698"/>
                    <a:pt x="62843" y="24530"/>
                  </a:cubicBezTo>
                  <a:cubicBezTo>
                    <a:pt x="61675" y="23596"/>
                    <a:pt x="61207" y="22194"/>
                    <a:pt x="61207" y="20792"/>
                  </a:cubicBezTo>
                  <a:cubicBezTo>
                    <a:pt x="61207" y="19157"/>
                    <a:pt x="61675" y="17755"/>
                    <a:pt x="62843" y="16821"/>
                  </a:cubicBezTo>
                  <a:cubicBezTo>
                    <a:pt x="63777" y="15887"/>
                    <a:pt x="65179" y="15186"/>
                    <a:pt x="66580" y="15186"/>
                  </a:cubicBezTo>
                  <a:close/>
                  <a:moveTo>
                    <a:pt x="43686" y="30604"/>
                  </a:moveTo>
                  <a:cubicBezTo>
                    <a:pt x="40182" y="30604"/>
                    <a:pt x="36912" y="32006"/>
                    <a:pt x="34342" y="34342"/>
                  </a:cubicBezTo>
                  <a:cubicBezTo>
                    <a:pt x="32006" y="36912"/>
                    <a:pt x="30604" y="40182"/>
                    <a:pt x="30604" y="43686"/>
                  </a:cubicBezTo>
                  <a:cubicBezTo>
                    <a:pt x="30604" y="47191"/>
                    <a:pt x="32006" y="50461"/>
                    <a:pt x="34342" y="53031"/>
                  </a:cubicBezTo>
                  <a:cubicBezTo>
                    <a:pt x="36912" y="55367"/>
                    <a:pt x="40182" y="56769"/>
                    <a:pt x="43686" y="56769"/>
                  </a:cubicBezTo>
                  <a:cubicBezTo>
                    <a:pt x="47191" y="56769"/>
                    <a:pt x="50461" y="55367"/>
                    <a:pt x="53031" y="53031"/>
                  </a:cubicBezTo>
                  <a:cubicBezTo>
                    <a:pt x="55367" y="50461"/>
                    <a:pt x="56769" y="47191"/>
                    <a:pt x="56769" y="43686"/>
                  </a:cubicBezTo>
                  <a:cubicBezTo>
                    <a:pt x="56769" y="40182"/>
                    <a:pt x="55367" y="36912"/>
                    <a:pt x="53031" y="34342"/>
                  </a:cubicBezTo>
                  <a:cubicBezTo>
                    <a:pt x="50461" y="32006"/>
                    <a:pt x="47191" y="30604"/>
                    <a:pt x="43686" y="30604"/>
                  </a:cubicBezTo>
                  <a:close/>
                  <a:moveTo>
                    <a:pt x="43686" y="21727"/>
                  </a:moveTo>
                  <a:cubicBezTo>
                    <a:pt x="49527" y="21727"/>
                    <a:pt x="55133" y="24063"/>
                    <a:pt x="59105" y="28268"/>
                  </a:cubicBezTo>
                  <a:cubicBezTo>
                    <a:pt x="63310" y="32239"/>
                    <a:pt x="65646" y="37846"/>
                    <a:pt x="65646" y="43686"/>
                  </a:cubicBezTo>
                  <a:cubicBezTo>
                    <a:pt x="65646" y="49527"/>
                    <a:pt x="63310" y="55133"/>
                    <a:pt x="59105" y="59105"/>
                  </a:cubicBezTo>
                  <a:cubicBezTo>
                    <a:pt x="55133" y="63310"/>
                    <a:pt x="49527" y="65646"/>
                    <a:pt x="43686" y="65646"/>
                  </a:cubicBezTo>
                  <a:cubicBezTo>
                    <a:pt x="37846" y="65646"/>
                    <a:pt x="32239" y="63310"/>
                    <a:pt x="28268" y="59105"/>
                  </a:cubicBezTo>
                  <a:cubicBezTo>
                    <a:pt x="24063" y="55133"/>
                    <a:pt x="21727" y="49527"/>
                    <a:pt x="21727" y="43686"/>
                  </a:cubicBezTo>
                  <a:cubicBezTo>
                    <a:pt x="21727" y="37846"/>
                    <a:pt x="24063" y="32239"/>
                    <a:pt x="28268" y="28268"/>
                  </a:cubicBezTo>
                  <a:cubicBezTo>
                    <a:pt x="32239" y="24063"/>
                    <a:pt x="37846" y="21727"/>
                    <a:pt x="43686" y="21727"/>
                  </a:cubicBezTo>
                  <a:close/>
                  <a:moveTo>
                    <a:pt x="43686" y="1"/>
                  </a:moveTo>
                  <a:cubicBezTo>
                    <a:pt x="31772" y="1"/>
                    <a:pt x="30371" y="1"/>
                    <a:pt x="25698" y="235"/>
                  </a:cubicBezTo>
                  <a:cubicBezTo>
                    <a:pt x="21026" y="468"/>
                    <a:pt x="17755" y="1169"/>
                    <a:pt x="14952" y="2103"/>
                  </a:cubicBezTo>
                  <a:cubicBezTo>
                    <a:pt x="12149" y="3272"/>
                    <a:pt x="9345" y="4907"/>
                    <a:pt x="7243" y="7243"/>
                  </a:cubicBezTo>
                  <a:cubicBezTo>
                    <a:pt x="4907" y="9345"/>
                    <a:pt x="3272" y="12149"/>
                    <a:pt x="2103" y="14952"/>
                  </a:cubicBezTo>
                  <a:cubicBezTo>
                    <a:pt x="1169" y="17755"/>
                    <a:pt x="468" y="21026"/>
                    <a:pt x="235" y="25698"/>
                  </a:cubicBezTo>
                  <a:cubicBezTo>
                    <a:pt x="1" y="30371"/>
                    <a:pt x="1" y="31772"/>
                    <a:pt x="1" y="43686"/>
                  </a:cubicBezTo>
                  <a:cubicBezTo>
                    <a:pt x="1" y="55601"/>
                    <a:pt x="1" y="57002"/>
                    <a:pt x="235" y="61675"/>
                  </a:cubicBezTo>
                  <a:cubicBezTo>
                    <a:pt x="468" y="66347"/>
                    <a:pt x="1169" y="69617"/>
                    <a:pt x="2103" y="72421"/>
                  </a:cubicBezTo>
                  <a:cubicBezTo>
                    <a:pt x="3272" y="75224"/>
                    <a:pt x="4907" y="78027"/>
                    <a:pt x="7243" y="80130"/>
                  </a:cubicBezTo>
                  <a:cubicBezTo>
                    <a:pt x="9345" y="82466"/>
                    <a:pt x="12149" y="84101"/>
                    <a:pt x="14952" y="85269"/>
                  </a:cubicBezTo>
                  <a:cubicBezTo>
                    <a:pt x="17755" y="86204"/>
                    <a:pt x="21026" y="86905"/>
                    <a:pt x="25698" y="87138"/>
                  </a:cubicBezTo>
                  <a:cubicBezTo>
                    <a:pt x="30371" y="87372"/>
                    <a:pt x="31772" y="87605"/>
                    <a:pt x="43686" y="87605"/>
                  </a:cubicBezTo>
                  <a:cubicBezTo>
                    <a:pt x="55601" y="87605"/>
                    <a:pt x="57002" y="87372"/>
                    <a:pt x="61675" y="87138"/>
                  </a:cubicBezTo>
                  <a:cubicBezTo>
                    <a:pt x="66347" y="86905"/>
                    <a:pt x="69617" y="86204"/>
                    <a:pt x="72421" y="85269"/>
                  </a:cubicBezTo>
                  <a:cubicBezTo>
                    <a:pt x="75224" y="84101"/>
                    <a:pt x="78027" y="82466"/>
                    <a:pt x="80130" y="80130"/>
                  </a:cubicBezTo>
                  <a:cubicBezTo>
                    <a:pt x="82466" y="78027"/>
                    <a:pt x="84101" y="75224"/>
                    <a:pt x="85269" y="72421"/>
                  </a:cubicBezTo>
                  <a:cubicBezTo>
                    <a:pt x="86204" y="69617"/>
                    <a:pt x="86905" y="66347"/>
                    <a:pt x="87138" y="61675"/>
                  </a:cubicBezTo>
                  <a:cubicBezTo>
                    <a:pt x="87372" y="57002"/>
                    <a:pt x="87605" y="55601"/>
                    <a:pt x="87605" y="43686"/>
                  </a:cubicBezTo>
                  <a:cubicBezTo>
                    <a:pt x="87605" y="31772"/>
                    <a:pt x="87372" y="30371"/>
                    <a:pt x="87138" y="25698"/>
                  </a:cubicBezTo>
                  <a:cubicBezTo>
                    <a:pt x="86905" y="21026"/>
                    <a:pt x="86204" y="17755"/>
                    <a:pt x="85269" y="14952"/>
                  </a:cubicBezTo>
                  <a:cubicBezTo>
                    <a:pt x="84101" y="12149"/>
                    <a:pt x="82466" y="9345"/>
                    <a:pt x="80130" y="7243"/>
                  </a:cubicBezTo>
                  <a:cubicBezTo>
                    <a:pt x="77794" y="4907"/>
                    <a:pt x="75224" y="3272"/>
                    <a:pt x="72421" y="2103"/>
                  </a:cubicBezTo>
                  <a:cubicBezTo>
                    <a:pt x="69617" y="1169"/>
                    <a:pt x="66347" y="468"/>
                    <a:pt x="61675" y="235"/>
                  </a:cubicBezTo>
                  <a:cubicBezTo>
                    <a:pt x="57002" y="1"/>
                    <a:pt x="55601" y="1"/>
                    <a:pt x="43686" y="1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89" name="Google Shape;143;p9"/>
          <p:cNvGrpSpPr/>
          <p:nvPr/>
        </p:nvGrpSpPr>
        <p:grpSpPr>
          <a:xfrm>
            <a:off x="11974680" y="8402400"/>
            <a:ext cx="498240" cy="500040"/>
            <a:chOff x="11974680" y="8402400"/>
            <a:chExt cx="498240" cy="500040"/>
          </a:xfrm>
        </p:grpSpPr>
        <p:sp>
          <p:nvSpPr>
            <p:cNvPr id="290" name="Google Shape;144;p9"/>
            <p:cNvSpPr/>
            <p:nvPr/>
          </p:nvSpPr>
          <p:spPr>
            <a:xfrm>
              <a:off x="11974680" y="8402400"/>
              <a:ext cx="498240" cy="500040"/>
            </a:xfrm>
            <a:custGeom>
              <a:avLst/>
              <a:gdLst>
                <a:gd name="textAreaLeft" fmla="*/ 0 w 498240"/>
                <a:gd name="textAreaRight" fmla="*/ 498600 w 49824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91" name="Google Shape;145;p9"/>
            <p:cNvSpPr/>
            <p:nvPr/>
          </p:nvSpPr>
          <p:spPr>
            <a:xfrm>
              <a:off x="12100320" y="8543520"/>
              <a:ext cx="239400" cy="218160"/>
            </a:xfrm>
            <a:custGeom>
              <a:avLst/>
              <a:gdLst>
                <a:gd name="textAreaLeft" fmla="*/ 0 w 239400"/>
                <a:gd name="textAreaRight" fmla="*/ 239760 w 239400"/>
                <a:gd name="textAreaTop" fmla="*/ 0 h 218160"/>
                <a:gd name="textAreaBottom" fmla="*/ 218520 h 218160"/>
              </a:gdLst>
              <a:ahLst/>
              <a:cxnLst/>
              <a:rect l="textAreaLeft" t="textAreaTop" r="textAreaRight" b="textAreaBottom"/>
              <a:pathLst>
                <a:path w="99753" h="90562">
                  <a:moveTo>
                    <a:pt x="91810" y="7943"/>
                  </a:moveTo>
                  <a:cubicBezTo>
                    <a:pt x="91810" y="8176"/>
                    <a:pt x="91810" y="8176"/>
                    <a:pt x="91810" y="8644"/>
                  </a:cubicBezTo>
                  <a:lnTo>
                    <a:pt x="77559" y="81998"/>
                  </a:lnTo>
                  <a:cubicBezTo>
                    <a:pt x="77559" y="82231"/>
                    <a:pt x="77326" y="82465"/>
                    <a:pt x="77092" y="82699"/>
                  </a:cubicBezTo>
                  <a:cubicBezTo>
                    <a:pt x="76995" y="82795"/>
                    <a:pt x="76899" y="82852"/>
                    <a:pt x="76735" y="82852"/>
                  </a:cubicBezTo>
                  <a:cubicBezTo>
                    <a:pt x="76505" y="82852"/>
                    <a:pt x="76141" y="82739"/>
                    <a:pt x="75457" y="82465"/>
                  </a:cubicBezTo>
                  <a:lnTo>
                    <a:pt x="52796" y="64944"/>
                  </a:lnTo>
                  <a:lnTo>
                    <a:pt x="39247" y="77559"/>
                  </a:lnTo>
                  <a:lnTo>
                    <a:pt x="42050" y="59104"/>
                  </a:lnTo>
                  <a:lnTo>
                    <a:pt x="78961" y="24062"/>
                  </a:lnTo>
                  <a:cubicBezTo>
                    <a:pt x="80363" y="22660"/>
                    <a:pt x="79895" y="22427"/>
                    <a:pt x="79895" y="22427"/>
                  </a:cubicBezTo>
                  <a:cubicBezTo>
                    <a:pt x="79895" y="21679"/>
                    <a:pt x="79522" y="21455"/>
                    <a:pt x="79073" y="21455"/>
                  </a:cubicBezTo>
                  <a:cubicBezTo>
                    <a:pt x="78400" y="21455"/>
                    <a:pt x="77559" y="21960"/>
                    <a:pt x="77559" y="21960"/>
                  </a:cubicBezTo>
                  <a:lnTo>
                    <a:pt x="31071" y="51161"/>
                  </a:lnTo>
                  <a:lnTo>
                    <a:pt x="31071" y="50927"/>
                  </a:lnTo>
                  <a:lnTo>
                    <a:pt x="8877" y="43452"/>
                  </a:lnTo>
                  <a:lnTo>
                    <a:pt x="8877" y="43218"/>
                  </a:lnTo>
                  <a:lnTo>
                    <a:pt x="9111" y="43218"/>
                  </a:lnTo>
                  <a:cubicBezTo>
                    <a:pt x="9111" y="43218"/>
                    <a:pt x="28968" y="34808"/>
                    <a:pt x="49292" y="26165"/>
                  </a:cubicBezTo>
                  <a:cubicBezTo>
                    <a:pt x="59338" y="21726"/>
                    <a:pt x="69616" y="17287"/>
                    <a:pt x="77326" y="14017"/>
                  </a:cubicBezTo>
                  <a:cubicBezTo>
                    <a:pt x="85268" y="10746"/>
                    <a:pt x="91109" y="8176"/>
                    <a:pt x="91342" y="8176"/>
                  </a:cubicBezTo>
                  <a:cubicBezTo>
                    <a:pt x="91810" y="7943"/>
                    <a:pt x="91576" y="7943"/>
                    <a:pt x="91810" y="7943"/>
                  </a:cubicBezTo>
                  <a:close/>
                  <a:moveTo>
                    <a:pt x="92277" y="0"/>
                  </a:moveTo>
                  <a:cubicBezTo>
                    <a:pt x="90875" y="0"/>
                    <a:pt x="89707" y="467"/>
                    <a:pt x="88539" y="934"/>
                  </a:cubicBezTo>
                  <a:cubicBezTo>
                    <a:pt x="87605" y="1402"/>
                    <a:pt x="82232" y="3504"/>
                    <a:pt x="74522" y="6775"/>
                  </a:cubicBezTo>
                  <a:lnTo>
                    <a:pt x="46255" y="18923"/>
                  </a:lnTo>
                  <a:cubicBezTo>
                    <a:pt x="25931" y="27566"/>
                    <a:pt x="6074" y="35976"/>
                    <a:pt x="6074" y="35976"/>
                  </a:cubicBezTo>
                  <a:lnTo>
                    <a:pt x="6308" y="35976"/>
                  </a:lnTo>
                  <a:cubicBezTo>
                    <a:pt x="6308" y="35976"/>
                    <a:pt x="4906" y="36443"/>
                    <a:pt x="3504" y="37378"/>
                  </a:cubicBezTo>
                  <a:cubicBezTo>
                    <a:pt x="2803" y="38079"/>
                    <a:pt x="1869" y="38780"/>
                    <a:pt x="1402" y="39714"/>
                  </a:cubicBezTo>
                  <a:cubicBezTo>
                    <a:pt x="701" y="40649"/>
                    <a:pt x="0" y="42284"/>
                    <a:pt x="234" y="43919"/>
                  </a:cubicBezTo>
                  <a:cubicBezTo>
                    <a:pt x="701" y="46722"/>
                    <a:pt x="2336" y="48358"/>
                    <a:pt x="3738" y="49292"/>
                  </a:cubicBezTo>
                  <a:cubicBezTo>
                    <a:pt x="4906" y="50227"/>
                    <a:pt x="6308" y="50694"/>
                    <a:pt x="6308" y="50694"/>
                  </a:cubicBezTo>
                  <a:lnTo>
                    <a:pt x="24997" y="57001"/>
                  </a:lnTo>
                  <a:cubicBezTo>
                    <a:pt x="25697" y="59805"/>
                    <a:pt x="30603" y="75924"/>
                    <a:pt x="31771" y="79662"/>
                  </a:cubicBezTo>
                  <a:cubicBezTo>
                    <a:pt x="32472" y="81998"/>
                    <a:pt x="33173" y="83400"/>
                    <a:pt x="33874" y="84334"/>
                  </a:cubicBezTo>
                  <a:cubicBezTo>
                    <a:pt x="34341" y="85035"/>
                    <a:pt x="34808" y="85502"/>
                    <a:pt x="35509" y="85736"/>
                  </a:cubicBezTo>
                  <a:cubicBezTo>
                    <a:pt x="35743" y="85969"/>
                    <a:pt x="35976" y="86203"/>
                    <a:pt x="36444" y="86203"/>
                  </a:cubicBezTo>
                  <a:lnTo>
                    <a:pt x="36677" y="86203"/>
                  </a:lnTo>
                  <a:cubicBezTo>
                    <a:pt x="37285" y="86390"/>
                    <a:pt x="37864" y="86465"/>
                    <a:pt x="38402" y="86465"/>
                  </a:cubicBezTo>
                  <a:cubicBezTo>
                    <a:pt x="40555" y="86465"/>
                    <a:pt x="42050" y="85268"/>
                    <a:pt x="42050" y="85268"/>
                  </a:cubicBezTo>
                  <a:lnTo>
                    <a:pt x="42284" y="85268"/>
                  </a:lnTo>
                  <a:lnTo>
                    <a:pt x="53264" y="74989"/>
                  </a:lnTo>
                  <a:lnTo>
                    <a:pt x="71719" y="89473"/>
                  </a:lnTo>
                  <a:lnTo>
                    <a:pt x="72186" y="89707"/>
                  </a:lnTo>
                  <a:cubicBezTo>
                    <a:pt x="73559" y="90308"/>
                    <a:pt x="74963" y="90562"/>
                    <a:pt x="76294" y="90562"/>
                  </a:cubicBezTo>
                  <a:cubicBezTo>
                    <a:pt x="78589" y="90562"/>
                    <a:pt x="80668" y="89807"/>
                    <a:pt x="81998" y="88773"/>
                  </a:cubicBezTo>
                  <a:cubicBezTo>
                    <a:pt x="83867" y="86904"/>
                    <a:pt x="84801" y="84801"/>
                    <a:pt x="84801" y="84801"/>
                  </a:cubicBezTo>
                  <a:lnTo>
                    <a:pt x="84801" y="84568"/>
                  </a:lnTo>
                  <a:lnTo>
                    <a:pt x="99052" y="10279"/>
                  </a:lnTo>
                  <a:cubicBezTo>
                    <a:pt x="99519" y="8410"/>
                    <a:pt x="99752" y="6775"/>
                    <a:pt x="99285" y="5139"/>
                  </a:cubicBezTo>
                  <a:cubicBezTo>
                    <a:pt x="98818" y="3504"/>
                    <a:pt x="97650" y="1869"/>
                    <a:pt x="96248" y="1168"/>
                  </a:cubicBezTo>
                  <a:cubicBezTo>
                    <a:pt x="95080" y="234"/>
                    <a:pt x="93679" y="0"/>
                    <a:pt x="92277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292" name="Google Shape;146;p9"/>
          <p:cNvGrpSpPr/>
          <p:nvPr/>
        </p:nvGrpSpPr>
        <p:grpSpPr>
          <a:xfrm>
            <a:off x="11974680" y="9144360"/>
            <a:ext cx="498240" cy="500040"/>
            <a:chOff x="11974680" y="9144360"/>
            <a:chExt cx="498240" cy="500040"/>
          </a:xfrm>
        </p:grpSpPr>
        <p:sp>
          <p:nvSpPr>
            <p:cNvPr id="293" name="Google Shape;147;p9"/>
            <p:cNvSpPr/>
            <p:nvPr/>
          </p:nvSpPr>
          <p:spPr>
            <a:xfrm>
              <a:off x="11974680" y="9144360"/>
              <a:ext cx="498240" cy="500040"/>
            </a:xfrm>
            <a:custGeom>
              <a:avLst/>
              <a:gdLst>
                <a:gd name="textAreaLeft" fmla="*/ 0 w 498240"/>
                <a:gd name="textAreaRight" fmla="*/ 498600 w 49824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94" name="Google Shape;148;p9"/>
            <p:cNvSpPr/>
            <p:nvPr/>
          </p:nvSpPr>
          <p:spPr>
            <a:xfrm>
              <a:off x="12142800" y="9295200"/>
              <a:ext cx="179280" cy="169200"/>
            </a:xfrm>
            <a:custGeom>
              <a:avLst/>
              <a:gdLst>
                <a:gd name="textAreaLeft" fmla="*/ 0 w 179280"/>
                <a:gd name="textAreaRight" fmla="*/ 179640 w 17928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74757" h="70318">
                  <a:moveTo>
                    <a:pt x="7943" y="0"/>
                  </a:moveTo>
                  <a:cubicBezTo>
                    <a:pt x="5841" y="0"/>
                    <a:pt x="3972" y="701"/>
                    <a:pt x="2337" y="2336"/>
                  </a:cubicBezTo>
                  <a:cubicBezTo>
                    <a:pt x="935" y="3738"/>
                    <a:pt x="1" y="5607"/>
                    <a:pt x="1" y="7709"/>
                  </a:cubicBezTo>
                  <a:cubicBezTo>
                    <a:pt x="1" y="9812"/>
                    <a:pt x="935" y="11914"/>
                    <a:pt x="2337" y="13316"/>
                  </a:cubicBezTo>
                  <a:cubicBezTo>
                    <a:pt x="3972" y="14718"/>
                    <a:pt x="5841" y="15652"/>
                    <a:pt x="7943" y="15652"/>
                  </a:cubicBezTo>
                  <a:cubicBezTo>
                    <a:pt x="10046" y="15652"/>
                    <a:pt x="11915" y="14718"/>
                    <a:pt x="13550" y="13316"/>
                  </a:cubicBezTo>
                  <a:cubicBezTo>
                    <a:pt x="14952" y="11914"/>
                    <a:pt x="15653" y="9812"/>
                    <a:pt x="15653" y="7709"/>
                  </a:cubicBezTo>
                  <a:cubicBezTo>
                    <a:pt x="15653" y="5840"/>
                    <a:pt x="14952" y="3738"/>
                    <a:pt x="13550" y="2336"/>
                  </a:cubicBezTo>
                  <a:cubicBezTo>
                    <a:pt x="11915" y="701"/>
                    <a:pt x="10046" y="0"/>
                    <a:pt x="7943" y="0"/>
                  </a:cubicBezTo>
                  <a:close/>
                  <a:moveTo>
                    <a:pt x="234" y="21492"/>
                  </a:moveTo>
                  <a:lnTo>
                    <a:pt x="234" y="70317"/>
                  </a:lnTo>
                  <a:lnTo>
                    <a:pt x="15886" y="70317"/>
                  </a:lnTo>
                  <a:lnTo>
                    <a:pt x="15886" y="21492"/>
                  </a:lnTo>
                  <a:close/>
                  <a:moveTo>
                    <a:pt x="56564" y="19886"/>
                  </a:moveTo>
                  <a:cubicBezTo>
                    <a:pt x="49899" y="19886"/>
                    <a:pt x="43331" y="22967"/>
                    <a:pt x="40649" y="28033"/>
                  </a:cubicBezTo>
                  <a:lnTo>
                    <a:pt x="40649" y="21492"/>
                  </a:lnTo>
                  <a:lnTo>
                    <a:pt x="25231" y="21492"/>
                  </a:lnTo>
                  <a:lnTo>
                    <a:pt x="25231" y="70317"/>
                  </a:lnTo>
                  <a:lnTo>
                    <a:pt x="40649" y="70317"/>
                  </a:lnTo>
                  <a:lnTo>
                    <a:pt x="40649" y="44620"/>
                  </a:lnTo>
                  <a:cubicBezTo>
                    <a:pt x="40649" y="37328"/>
                    <a:pt x="45481" y="33400"/>
                    <a:pt x="50201" y="33400"/>
                  </a:cubicBezTo>
                  <a:cubicBezTo>
                    <a:pt x="54704" y="33400"/>
                    <a:pt x="59104" y="36977"/>
                    <a:pt x="59104" y="44620"/>
                  </a:cubicBezTo>
                  <a:lnTo>
                    <a:pt x="59104" y="70317"/>
                  </a:lnTo>
                  <a:lnTo>
                    <a:pt x="74756" y="70317"/>
                  </a:lnTo>
                  <a:lnTo>
                    <a:pt x="74756" y="39480"/>
                  </a:lnTo>
                  <a:cubicBezTo>
                    <a:pt x="74756" y="25516"/>
                    <a:pt x="65572" y="19886"/>
                    <a:pt x="56564" y="19886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4600" bIns="8460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95" name="Google Shape;153;p9"/>
          <p:cNvSpPr/>
          <p:nvPr/>
        </p:nvSpPr>
        <p:spPr>
          <a:xfrm>
            <a:off x="18772920" y="733320"/>
            <a:ext cx="4575240" cy="86623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Поместите квадратное изображение на слайд, затем с помощью инструмента </a:t>
            </a:r>
            <a:r>
              <a:rPr lang="ru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Обрезка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выберете обрезку с помощью овала.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br>
              <a:rPr sz="1400"/>
            </a:b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Переместите изображение в 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«</a:t>
            </a:r>
            <a:r>
              <a:rPr lang="ru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область для фотографии</a:t>
            </a:r>
            <a:r>
              <a:rPr lang="ru" sz="1050" b="0" u="none" strike="noStrik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Arial"/>
                <a:ea typeface="Arial"/>
              </a:rPr>
              <a:t>»‎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и подберите его размер, чтобы оно закрывало собой пунктирную линию. Проверьте выравнивание используя направляющие.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Google Shape;154;p9"/>
          <p:cNvPicPr/>
          <p:nvPr/>
        </p:nvPicPr>
        <p:blipFill>
          <a:blip r:embed="rId2"/>
          <a:stretch/>
        </p:blipFill>
        <p:spPr>
          <a:xfrm>
            <a:off x="18943920" y="1635840"/>
            <a:ext cx="4104720" cy="198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Google Shape;155;p9"/>
          <p:cNvPicPr/>
          <p:nvPr/>
        </p:nvPicPr>
        <p:blipFill>
          <a:blip r:embed="rId3"/>
          <a:stretch/>
        </p:blipFill>
        <p:spPr>
          <a:xfrm>
            <a:off x="18943920" y="5436000"/>
            <a:ext cx="3420360" cy="37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Google Shape;156;p9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9" name="Google Shape;158;p1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00" name="Google Shape;159;p1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1" name="Google Shape;160;p1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2" name="Google Shape;161;p1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3" name="Google Shape;162;p1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04" name="Google Shape;163;p1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05" name="Google Shape;164;p1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6" name="Google Shape;165;p1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7" name="Google Shape;166;p1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8" name="Google Shape;167;p1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09" name="Google Shape;168;p1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10" name="Google Shape;169;p1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11" name="Google Shape;170;p1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12" name="Google Shape;171;p1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13" name="Google Shape;172;p1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14" name="PlaceHolder 1"/>
          <p:cNvSpPr>
            <a:spLocks noGrp="1"/>
          </p:cNvSpPr>
          <p:nvPr>
            <p:ph type="body"/>
          </p:nvPr>
        </p:nvSpPr>
        <p:spPr>
          <a:xfrm>
            <a:off x="541080" y="3452400"/>
            <a:ext cx="431532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Google Shape;174;p10"/>
          <p:cNvSpPr/>
          <p:nvPr/>
        </p:nvSpPr>
        <p:spPr>
          <a:xfrm>
            <a:off x="550800" y="22096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6" name="Google Shape;175;p10"/>
          <p:cNvSpPr/>
          <p:nvPr/>
        </p:nvSpPr>
        <p:spPr>
          <a:xfrm>
            <a:off x="6267600" y="22132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7" name="Google Shape;176;p10"/>
          <p:cNvSpPr/>
          <p:nvPr/>
        </p:nvSpPr>
        <p:spPr>
          <a:xfrm>
            <a:off x="11986560" y="22132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8" name="Google Shape;177;p10"/>
          <p:cNvSpPr/>
          <p:nvPr/>
        </p:nvSpPr>
        <p:spPr>
          <a:xfrm>
            <a:off x="550800" y="56638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19" name="Google Shape;178;p10"/>
          <p:cNvSpPr/>
          <p:nvPr/>
        </p:nvSpPr>
        <p:spPr>
          <a:xfrm>
            <a:off x="6267600" y="56638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0" name="Google Shape;179;p10"/>
          <p:cNvSpPr/>
          <p:nvPr/>
        </p:nvSpPr>
        <p:spPr>
          <a:xfrm>
            <a:off x="11986560" y="5663880"/>
            <a:ext cx="1241640" cy="124164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551880" y="6912000"/>
            <a:ext cx="431532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body"/>
          </p:nvPr>
        </p:nvSpPr>
        <p:spPr>
          <a:xfrm>
            <a:off x="6268680" y="3452400"/>
            <a:ext cx="454536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body"/>
          </p:nvPr>
        </p:nvSpPr>
        <p:spPr>
          <a:xfrm>
            <a:off x="6268680" y="6912000"/>
            <a:ext cx="428724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body"/>
          </p:nvPr>
        </p:nvSpPr>
        <p:spPr>
          <a:xfrm>
            <a:off x="11977920" y="3440520"/>
            <a:ext cx="431532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6"/>
          <p:cNvSpPr>
            <a:spLocks noGrp="1"/>
          </p:cNvSpPr>
          <p:nvPr>
            <p:ph type="body"/>
          </p:nvPr>
        </p:nvSpPr>
        <p:spPr>
          <a:xfrm>
            <a:off x="11977920" y="6912000"/>
            <a:ext cx="431532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6" name="Google Shape;185;p1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27" name="Google Shape;186;p1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28" name="Google Shape;187;p1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29" name="Google Shape;188;p1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0" name="Google Shape;189;p1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31" name="PlaceHolder 7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1482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191;p10"/>
          <p:cNvSpPr/>
          <p:nvPr/>
        </p:nvSpPr>
        <p:spPr>
          <a:xfrm>
            <a:off x="18772920" y="733320"/>
            <a:ext cx="3520800" cy="4212720"/>
          </a:xfrm>
          <a:prstGeom prst="rect">
            <a:avLst/>
          </a:prstGeom>
          <a:solidFill>
            <a:srgbClr val="ffffff"/>
          </a:solidFill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2000" tIns="12600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Впишите в круг иконку или текстовое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значение с размером шрифта 30pt.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Пример: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3" name="Google Shape;192;p10"/>
          <p:cNvPicPr/>
          <p:nvPr/>
        </p:nvPicPr>
        <p:blipFill>
          <a:blip r:embed="rId2"/>
          <a:stretch/>
        </p:blipFill>
        <p:spPr>
          <a:xfrm>
            <a:off x="18871560" y="2097000"/>
            <a:ext cx="2756880" cy="250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4" name="Google Shape;193;p10"/>
          <p:cNvSpPr/>
          <p:nvPr/>
        </p:nvSpPr>
        <p:spPr>
          <a:xfrm>
            <a:off x="18772920" y="-27360"/>
            <a:ext cx="516960" cy="516960"/>
          </a:xfrm>
          <a:prstGeom prst="ellipse">
            <a:avLst/>
          </a:prstGeom>
          <a:solidFill>
            <a:srgbClr val="4bd0a0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3200" b="1" u="none" strike="noStrike">
                <a:solidFill>
                  <a:srgbClr val="ffffff"/>
                </a:solidFill>
                <a:effectLst/>
                <a:uFillTx/>
                <a:latin typeface="Proxima Nova"/>
                <a:ea typeface="Proxima Nova"/>
              </a:rPr>
              <a:t>!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5" name="Google Shape;390;p2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36" name="Google Shape;391;p2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7" name="Google Shape;392;p2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8" name="Google Shape;393;p2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39" name="Google Shape;394;p2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556;p3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41" name="Google Shape;557;p3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2" name="Google Shape;558;p3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3" name="Google Shape;559;p3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4" name="Google Shape;560;p3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45" name="Google Shape;561;p3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46" name="Google Shape;562;p3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7" name="Google Shape;563;p3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8" name="Google Shape;564;p3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49" name="Google Shape;565;p3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50" name="Google Shape;566;p3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51" name="Google Shape;567;p3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52" name="Google Shape;568;p3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53" name="Google Shape;569;p3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54" name="Google Shape;570;p3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55" name="PlaceHolder 1"/>
          <p:cNvSpPr>
            <a:spLocks noGrp="1"/>
          </p:cNvSpPr>
          <p:nvPr>
            <p:ph type="body"/>
          </p:nvPr>
        </p:nvSpPr>
        <p:spPr>
          <a:xfrm>
            <a:off x="551880" y="5921280"/>
            <a:ext cx="571644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6" name="Google Shape;572;p3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57" name="Google Shape;573;p3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58" name="Google Shape;574;p3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59" name="Google Shape;575;p3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60" name="Google Shape;576;p3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61" name="PlaceHolder 2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73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578;p34"/>
          <p:cNvSpPr/>
          <p:nvPr/>
        </p:nvSpPr>
        <p:spPr>
          <a:xfrm>
            <a:off x="547200" y="3351600"/>
            <a:ext cx="2333520" cy="23335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3" name="Google Shape;579;p34"/>
          <p:cNvSpPr/>
          <p:nvPr/>
        </p:nvSpPr>
        <p:spPr>
          <a:xfrm>
            <a:off x="6268680" y="3351600"/>
            <a:ext cx="2333520" cy="23335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4" name="Google Shape;580;p34"/>
          <p:cNvSpPr/>
          <p:nvPr/>
        </p:nvSpPr>
        <p:spPr>
          <a:xfrm>
            <a:off x="12002400" y="3351600"/>
            <a:ext cx="2333520" cy="23335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body"/>
          </p:nvPr>
        </p:nvSpPr>
        <p:spPr>
          <a:xfrm>
            <a:off x="6268680" y="5921280"/>
            <a:ext cx="571644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4"/>
          <p:cNvSpPr>
            <a:spLocks noGrp="1"/>
          </p:cNvSpPr>
          <p:nvPr>
            <p:ph type="body"/>
          </p:nvPr>
        </p:nvSpPr>
        <p:spPr>
          <a:xfrm>
            <a:off x="11985480" y="5921280"/>
            <a:ext cx="5750280" cy="297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584;p35"/>
          <p:cNvSpPr/>
          <p:nvPr/>
        </p:nvSpPr>
        <p:spPr>
          <a:xfrm>
            <a:off x="-6286680" y="47880"/>
            <a:ext cx="10286640" cy="10286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8" name="Google Shape;585;p35"/>
          <p:cNvSpPr/>
          <p:nvPr/>
        </p:nvSpPr>
        <p:spPr>
          <a:xfrm>
            <a:off x="14287680" y="47880"/>
            <a:ext cx="10286640" cy="10286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69" name="Google Shape;586;p35"/>
          <p:cNvSpPr/>
          <p:nvPr/>
        </p:nvSpPr>
        <p:spPr>
          <a:xfrm>
            <a:off x="4000680" y="0"/>
            <a:ext cx="10286640" cy="10286640"/>
          </a:xfrm>
          <a:prstGeom prst="ellipse">
            <a:avLst/>
          </a:prstGeom>
          <a:solidFill>
            <a:schemeClr val="dk2"/>
          </a:solidFill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4856760" y="5435640"/>
            <a:ext cx="8573760" cy="321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551880" y="9396000"/>
            <a:ext cx="7145640" cy="2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2" name="Google Shape;590;p3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73" name="Google Shape;591;p3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74" name="Google Shape;592;p3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75" name="Google Shape;593;p3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76" name="Google Shape;594;p3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597;p36"/>
          <p:cNvSpPr/>
          <p:nvPr/>
        </p:nvSpPr>
        <p:spPr>
          <a:xfrm>
            <a:off x="14272560" y="723960"/>
            <a:ext cx="9562680" cy="956268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8" name="Google Shape;598;p36"/>
          <p:cNvSpPr/>
          <p:nvPr/>
        </p:nvSpPr>
        <p:spPr>
          <a:xfrm>
            <a:off x="4702680" y="723960"/>
            <a:ext cx="9562680" cy="956268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80" name="Google Shape;600;p36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81" name="Google Shape;601;p36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82" name="Google Shape;602;p36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83" name="Google Shape;603;p36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84" name="Google Shape;604;p36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oogle Shape;607;p37"/>
          <p:cNvGrpSpPr/>
          <p:nvPr/>
        </p:nvGrpSpPr>
        <p:grpSpPr>
          <a:xfrm>
            <a:off x="3949200" y="723960"/>
            <a:ext cx="19132920" cy="9562680"/>
            <a:chOff x="3949200" y="723960"/>
            <a:chExt cx="19132920" cy="9562680"/>
          </a:xfrm>
        </p:grpSpPr>
        <p:sp>
          <p:nvSpPr>
            <p:cNvPr id="386" name="Google Shape;608;p37"/>
            <p:cNvSpPr/>
            <p:nvPr/>
          </p:nvSpPr>
          <p:spPr>
            <a:xfrm>
              <a:off x="13519440" y="723960"/>
              <a:ext cx="9562680" cy="9562680"/>
            </a:xfrm>
            <a:prstGeom prst="ellipse">
              <a:avLst/>
            </a:prstGeom>
            <a:noFill/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87" name="Google Shape;609;p37"/>
            <p:cNvSpPr/>
            <p:nvPr/>
          </p:nvSpPr>
          <p:spPr>
            <a:xfrm>
              <a:off x="3949200" y="723960"/>
              <a:ext cx="9562680" cy="9562680"/>
            </a:xfrm>
            <a:prstGeom prst="ellipse">
              <a:avLst/>
            </a:prstGeom>
            <a:solidFill>
              <a:schemeClr val="dk2"/>
            </a:solidFill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88" name="Google Shape;613;p3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389" name="Google Shape;614;p3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90" name="Google Shape;615;p3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91" name="Google Shape;616;p3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92" name="Google Shape;617;p3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Google Shape;619;p37"/>
          <p:cNvSpPr/>
          <p:nvPr/>
        </p:nvSpPr>
        <p:spPr>
          <a:xfrm>
            <a:off x="11230920" y="8956800"/>
            <a:ext cx="683640" cy="683640"/>
          </a:xfrm>
          <a:prstGeom prst="ellipse">
            <a:avLst/>
          </a:prstGeom>
          <a:solidFill>
            <a:schemeClr val="lt2"/>
          </a:solidFill>
          <a:ln w="7632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395" name="Google Shape;620;p37"/>
          <p:cNvGrpSpPr/>
          <p:nvPr/>
        </p:nvGrpSpPr>
        <p:grpSpPr>
          <a:xfrm>
            <a:off x="11230920" y="8956080"/>
            <a:ext cx="683640" cy="683640"/>
            <a:chOff x="11230920" y="8956080"/>
            <a:chExt cx="683640" cy="683640"/>
          </a:xfrm>
        </p:grpSpPr>
        <p:sp>
          <p:nvSpPr>
            <p:cNvPr id="396" name="Google Shape;621;p37"/>
            <p:cNvSpPr/>
            <p:nvPr/>
          </p:nvSpPr>
          <p:spPr>
            <a:xfrm>
              <a:off x="11230920" y="8956080"/>
              <a:ext cx="683640" cy="683640"/>
            </a:xfrm>
            <a:custGeom>
              <a:avLst/>
              <a:gdLst>
                <a:gd name="textAreaLeft" fmla="*/ 0 w 683640"/>
                <a:gd name="textAreaRight" fmla="*/ 684000 w 683640"/>
                <a:gd name="textAreaTop" fmla="*/ 0 h 683640"/>
                <a:gd name="textAreaBottom" fmla="*/ 684000 h 68364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97" name="Google Shape;622;p37"/>
            <p:cNvSpPr/>
            <p:nvPr/>
          </p:nvSpPr>
          <p:spPr>
            <a:xfrm>
              <a:off x="11495520" y="9156240"/>
              <a:ext cx="154440" cy="283320"/>
            </a:xfrm>
            <a:custGeom>
              <a:avLst/>
              <a:gdLst>
                <a:gd name="textAreaLeft" fmla="*/ 0 w 154440"/>
                <a:gd name="textAreaRight" fmla="*/ 154800 w 154440"/>
                <a:gd name="textAreaTop" fmla="*/ 0 h 283320"/>
                <a:gd name="textAreaBottom" fmla="*/ 283680 h 28332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398" name="Google Shape;623;p37"/>
          <p:cNvGrpSpPr/>
          <p:nvPr/>
        </p:nvGrpSpPr>
        <p:grpSpPr>
          <a:xfrm>
            <a:off x="7019640" y="8956800"/>
            <a:ext cx="683640" cy="683640"/>
            <a:chOff x="7019640" y="8956800"/>
            <a:chExt cx="683640" cy="683640"/>
          </a:xfrm>
        </p:grpSpPr>
        <p:sp>
          <p:nvSpPr>
            <p:cNvPr id="399" name="Google Shape;624;p37"/>
            <p:cNvSpPr/>
            <p:nvPr/>
          </p:nvSpPr>
          <p:spPr>
            <a:xfrm>
              <a:off x="7019640" y="8956800"/>
              <a:ext cx="683640" cy="683640"/>
            </a:xfrm>
            <a:custGeom>
              <a:avLst/>
              <a:gdLst>
                <a:gd name="textAreaLeft" fmla="*/ 0 w 683640"/>
                <a:gd name="textAreaRight" fmla="*/ 684000 w 683640"/>
                <a:gd name="textAreaTop" fmla="*/ 0 h 683640"/>
                <a:gd name="textAreaBottom" fmla="*/ 684000 h 6836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0" name="Google Shape;625;p37"/>
            <p:cNvSpPr/>
            <p:nvPr/>
          </p:nvSpPr>
          <p:spPr>
            <a:xfrm>
              <a:off x="7226640" y="9163800"/>
              <a:ext cx="281520" cy="28692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86920"/>
                <a:gd name="textAreaBottom" fmla="*/ 287280 h 286920"/>
              </a:gdLst>
              <a:ahLst/>
              <a:cxnLst/>
              <a:rect l="textAreaLeft" t="textAreaTop" r="textAreaRight" b="textAreaBottom"/>
              <a:pathLst>
                <a:path w="85503" h="87138">
                  <a:moveTo>
                    <a:pt x="50928" y="25698"/>
                  </a:moveTo>
                  <a:lnTo>
                    <a:pt x="50694" y="27567"/>
                  </a:lnTo>
                  <a:cubicBezTo>
                    <a:pt x="48125" y="25464"/>
                    <a:pt x="45088" y="24530"/>
                    <a:pt x="41350" y="24530"/>
                  </a:cubicBezTo>
                  <a:cubicBezTo>
                    <a:pt x="31772" y="24530"/>
                    <a:pt x="23362" y="32473"/>
                    <a:pt x="22194" y="42284"/>
                  </a:cubicBezTo>
                  <a:cubicBezTo>
                    <a:pt x="21026" y="52330"/>
                    <a:pt x="27333" y="61207"/>
                    <a:pt x="38079" y="61207"/>
                  </a:cubicBezTo>
                  <a:cubicBezTo>
                    <a:pt x="42752" y="61207"/>
                    <a:pt x="47190" y="59104"/>
                    <a:pt x="50227" y="56535"/>
                  </a:cubicBezTo>
                  <a:cubicBezTo>
                    <a:pt x="52330" y="60039"/>
                    <a:pt x="56535" y="64010"/>
                    <a:pt x="63543" y="64010"/>
                  </a:cubicBezTo>
                  <a:cubicBezTo>
                    <a:pt x="76859" y="64010"/>
                    <a:pt x="85503" y="53264"/>
                    <a:pt x="85503" y="39948"/>
                  </a:cubicBezTo>
                  <a:cubicBezTo>
                    <a:pt x="85503" y="17989"/>
                    <a:pt x="66346" y="1"/>
                    <a:pt x="43452" y="1"/>
                  </a:cubicBezTo>
                  <a:cubicBezTo>
                    <a:pt x="18690" y="1"/>
                    <a:pt x="1" y="19390"/>
                    <a:pt x="1" y="43452"/>
                  </a:cubicBezTo>
                  <a:cubicBezTo>
                    <a:pt x="1" y="67515"/>
                    <a:pt x="18690" y="86437"/>
                    <a:pt x="42752" y="86904"/>
                  </a:cubicBezTo>
                  <a:cubicBezTo>
                    <a:pt x="49293" y="87138"/>
                    <a:pt x="57703" y="85269"/>
                    <a:pt x="62375" y="82232"/>
                  </a:cubicBezTo>
                  <a:lnTo>
                    <a:pt x="63543" y="81765"/>
                  </a:lnTo>
                  <a:lnTo>
                    <a:pt x="58170" y="71019"/>
                  </a:lnTo>
                  <a:lnTo>
                    <a:pt x="57002" y="71720"/>
                  </a:lnTo>
                  <a:cubicBezTo>
                    <a:pt x="53731" y="73355"/>
                    <a:pt x="48826" y="74523"/>
                    <a:pt x="42752" y="74523"/>
                  </a:cubicBezTo>
                  <a:cubicBezTo>
                    <a:pt x="25698" y="74523"/>
                    <a:pt x="12382" y="60740"/>
                    <a:pt x="12382" y="43452"/>
                  </a:cubicBezTo>
                  <a:cubicBezTo>
                    <a:pt x="12382" y="26399"/>
                    <a:pt x="25698" y="12382"/>
                    <a:pt x="43452" y="12382"/>
                  </a:cubicBezTo>
                  <a:cubicBezTo>
                    <a:pt x="60039" y="12382"/>
                    <a:pt x="73121" y="24530"/>
                    <a:pt x="73121" y="39948"/>
                  </a:cubicBezTo>
                  <a:cubicBezTo>
                    <a:pt x="73121" y="44854"/>
                    <a:pt x="71720" y="47657"/>
                    <a:pt x="69851" y="49293"/>
                  </a:cubicBezTo>
                  <a:cubicBezTo>
                    <a:pt x="68215" y="50928"/>
                    <a:pt x="66113" y="51629"/>
                    <a:pt x="64711" y="51629"/>
                  </a:cubicBezTo>
                  <a:cubicBezTo>
                    <a:pt x="63076" y="51629"/>
                    <a:pt x="61674" y="50928"/>
                    <a:pt x="60973" y="50227"/>
                  </a:cubicBezTo>
                  <a:cubicBezTo>
                    <a:pt x="60273" y="49293"/>
                    <a:pt x="59805" y="48125"/>
                    <a:pt x="60039" y="46256"/>
                  </a:cubicBezTo>
                  <a:lnTo>
                    <a:pt x="62609" y="25698"/>
                  </a:lnTo>
                  <a:close/>
                  <a:moveTo>
                    <a:pt x="40416" y="50227"/>
                  </a:moveTo>
                  <a:cubicBezTo>
                    <a:pt x="44621" y="50227"/>
                    <a:pt x="47658" y="46957"/>
                    <a:pt x="48358" y="42752"/>
                  </a:cubicBezTo>
                  <a:cubicBezTo>
                    <a:pt x="48826" y="38780"/>
                    <a:pt x="46256" y="35510"/>
                    <a:pt x="42518" y="35510"/>
                  </a:cubicBezTo>
                  <a:cubicBezTo>
                    <a:pt x="38079" y="35510"/>
                    <a:pt x="34809" y="39014"/>
                    <a:pt x="34342" y="42985"/>
                  </a:cubicBezTo>
                  <a:lnTo>
                    <a:pt x="34342" y="42985"/>
                  </a:lnTo>
                  <a:lnTo>
                    <a:pt x="34342" y="43219"/>
                  </a:lnTo>
                  <a:cubicBezTo>
                    <a:pt x="33874" y="46957"/>
                    <a:pt x="36444" y="50227"/>
                    <a:pt x="40416" y="5022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01" name="Google Shape;626;p37"/>
          <p:cNvGrpSpPr/>
          <p:nvPr/>
        </p:nvGrpSpPr>
        <p:grpSpPr>
          <a:xfrm>
            <a:off x="17477640" y="9375480"/>
            <a:ext cx="516600" cy="530280"/>
            <a:chOff x="17477640" y="9375480"/>
            <a:chExt cx="516600" cy="530280"/>
          </a:xfrm>
        </p:grpSpPr>
        <p:sp>
          <p:nvSpPr>
            <p:cNvPr id="402" name="Google Shape;627;p37"/>
            <p:cNvSpPr/>
            <p:nvPr/>
          </p:nvSpPr>
          <p:spPr>
            <a:xfrm>
              <a:off x="1747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3" name="Google Shape;628;p37"/>
            <p:cNvSpPr/>
            <p:nvPr/>
          </p:nvSpPr>
          <p:spPr>
            <a:xfrm>
              <a:off x="1747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4" name="Google Shape;629;p37"/>
            <p:cNvSpPr/>
            <p:nvPr/>
          </p:nvSpPr>
          <p:spPr>
            <a:xfrm>
              <a:off x="1774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5" name="Google Shape;630;p37"/>
            <p:cNvSpPr/>
            <p:nvPr/>
          </p:nvSpPr>
          <p:spPr>
            <a:xfrm>
              <a:off x="1774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6" name="Google Shape;632;p38"/>
          <p:cNvGrpSpPr/>
          <p:nvPr/>
        </p:nvGrpSpPr>
        <p:grpSpPr>
          <a:xfrm>
            <a:off x="3949200" y="723960"/>
            <a:ext cx="19132920" cy="9562680"/>
            <a:chOff x="3949200" y="723960"/>
            <a:chExt cx="19132920" cy="9562680"/>
          </a:xfrm>
        </p:grpSpPr>
        <p:sp>
          <p:nvSpPr>
            <p:cNvPr id="407" name="Google Shape;633;p38"/>
            <p:cNvSpPr/>
            <p:nvPr/>
          </p:nvSpPr>
          <p:spPr>
            <a:xfrm>
              <a:off x="13519440" y="723960"/>
              <a:ext cx="9562680" cy="9562680"/>
            </a:xfrm>
            <a:prstGeom prst="ellipse">
              <a:avLst/>
            </a:prstGeom>
            <a:solidFill>
              <a:schemeClr val="dk2"/>
            </a:solidFill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08" name="Google Shape;634;p38"/>
            <p:cNvSpPr/>
            <p:nvPr/>
          </p:nvSpPr>
          <p:spPr>
            <a:xfrm>
              <a:off x="3949200" y="723960"/>
              <a:ext cx="9562680" cy="9562680"/>
            </a:xfrm>
            <a:prstGeom prst="ellipse">
              <a:avLst/>
            </a:prstGeom>
            <a:noFill/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09" name="Google Shape;637;p38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10" name="Google Shape;638;p38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1" name="Google Shape;639;p38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2" name="Google Shape;640;p38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3" name="Google Shape;641;p38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5" name="Google Shape;643;p38"/>
          <p:cNvGrpSpPr/>
          <p:nvPr/>
        </p:nvGrpSpPr>
        <p:grpSpPr>
          <a:xfrm>
            <a:off x="17477640" y="9375480"/>
            <a:ext cx="516600" cy="530280"/>
            <a:chOff x="17477640" y="9375480"/>
            <a:chExt cx="516600" cy="530280"/>
          </a:xfrm>
        </p:grpSpPr>
        <p:sp>
          <p:nvSpPr>
            <p:cNvPr id="416" name="Google Shape;644;p38"/>
            <p:cNvSpPr/>
            <p:nvPr/>
          </p:nvSpPr>
          <p:spPr>
            <a:xfrm>
              <a:off x="1747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7" name="Google Shape;645;p38"/>
            <p:cNvSpPr/>
            <p:nvPr/>
          </p:nvSpPr>
          <p:spPr>
            <a:xfrm>
              <a:off x="1747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8" name="Google Shape;646;p38"/>
            <p:cNvSpPr/>
            <p:nvPr/>
          </p:nvSpPr>
          <p:spPr>
            <a:xfrm>
              <a:off x="1774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19" name="Google Shape;647;p38"/>
            <p:cNvSpPr/>
            <p:nvPr/>
          </p:nvSpPr>
          <p:spPr>
            <a:xfrm>
              <a:off x="1774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20" name="Google Shape;648;p38"/>
          <p:cNvGrpSpPr/>
          <p:nvPr/>
        </p:nvGrpSpPr>
        <p:grpSpPr>
          <a:xfrm>
            <a:off x="551880" y="6939720"/>
            <a:ext cx="683640" cy="683640"/>
            <a:chOff x="551880" y="6939720"/>
            <a:chExt cx="683640" cy="683640"/>
          </a:xfrm>
        </p:grpSpPr>
        <p:sp>
          <p:nvSpPr>
            <p:cNvPr id="421" name="Google Shape;649;p38"/>
            <p:cNvSpPr/>
            <p:nvPr/>
          </p:nvSpPr>
          <p:spPr>
            <a:xfrm>
              <a:off x="551880" y="6939720"/>
              <a:ext cx="683640" cy="683640"/>
            </a:xfrm>
            <a:custGeom>
              <a:avLst/>
              <a:gdLst>
                <a:gd name="textAreaLeft" fmla="*/ 0 w 683640"/>
                <a:gd name="textAreaRight" fmla="*/ 684000 w 683640"/>
                <a:gd name="textAreaTop" fmla="*/ 0 h 683640"/>
                <a:gd name="textAreaBottom" fmla="*/ 684000 h 68364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chemeClr val="dk2"/>
            </a:solidFill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22" name="Google Shape;650;p38"/>
            <p:cNvSpPr/>
            <p:nvPr/>
          </p:nvSpPr>
          <p:spPr>
            <a:xfrm>
              <a:off x="816480" y="7139520"/>
              <a:ext cx="154440" cy="283320"/>
            </a:xfrm>
            <a:custGeom>
              <a:avLst/>
              <a:gdLst>
                <a:gd name="textAreaLeft" fmla="*/ 0 w 154440"/>
                <a:gd name="textAreaRight" fmla="*/ 154800 w 154440"/>
                <a:gd name="textAreaTop" fmla="*/ 0 h 283320"/>
                <a:gd name="textAreaBottom" fmla="*/ 283680 h 28332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423" name="Google Shape;651;p38"/>
          <p:cNvGrpSpPr/>
          <p:nvPr/>
        </p:nvGrpSpPr>
        <p:grpSpPr>
          <a:xfrm>
            <a:off x="551880" y="5738400"/>
            <a:ext cx="683640" cy="683640"/>
            <a:chOff x="551880" y="5738400"/>
            <a:chExt cx="683640" cy="683640"/>
          </a:xfrm>
        </p:grpSpPr>
        <p:sp>
          <p:nvSpPr>
            <p:cNvPr id="424" name="Google Shape;652;p38"/>
            <p:cNvSpPr/>
            <p:nvPr/>
          </p:nvSpPr>
          <p:spPr>
            <a:xfrm>
              <a:off x="551880" y="5738400"/>
              <a:ext cx="683640" cy="683640"/>
            </a:xfrm>
            <a:custGeom>
              <a:avLst/>
              <a:gdLst>
                <a:gd name="textAreaLeft" fmla="*/ 0 w 683640"/>
                <a:gd name="textAreaRight" fmla="*/ 684000 w 683640"/>
                <a:gd name="textAreaTop" fmla="*/ 0 h 683640"/>
                <a:gd name="textAreaBottom" fmla="*/ 684000 h 6836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chemeClr val="dk2"/>
            </a:solidFill>
            <a:ln w="28440">
              <a:solidFill>
                <a:schemeClr val="dk2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25" name="Google Shape;653;p38"/>
            <p:cNvSpPr/>
            <p:nvPr/>
          </p:nvSpPr>
          <p:spPr>
            <a:xfrm>
              <a:off x="759240" y="5945400"/>
              <a:ext cx="281520" cy="286920"/>
            </a:xfrm>
            <a:custGeom>
              <a:avLst/>
              <a:gdLst>
                <a:gd name="textAreaLeft" fmla="*/ 0 w 281520"/>
                <a:gd name="textAreaRight" fmla="*/ 281880 w 281520"/>
                <a:gd name="textAreaTop" fmla="*/ 0 h 286920"/>
                <a:gd name="textAreaBottom" fmla="*/ 287280 h 286920"/>
              </a:gdLst>
              <a:ahLst/>
              <a:cxnLst/>
              <a:rect l="textAreaLeft" t="textAreaTop" r="textAreaRight" b="textAreaBottom"/>
              <a:pathLst>
                <a:path w="85503" h="87138">
                  <a:moveTo>
                    <a:pt x="50928" y="25698"/>
                  </a:moveTo>
                  <a:lnTo>
                    <a:pt x="50694" y="27567"/>
                  </a:lnTo>
                  <a:cubicBezTo>
                    <a:pt x="48125" y="25464"/>
                    <a:pt x="45088" y="24530"/>
                    <a:pt x="41350" y="24530"/>
                  </a:cubicBezTo>
                  <a:cubicBezTo>
                    <a:pt x="31772" y="24530"/>
                    <a:pt x="23362" y="32473"/>
                    <a:pt x="22194" y="42284"/>
                  </a:cubicBezTo>
                  <a:cubicBezTo>
                    <a:pt x="21026" y="52330"/>
                    <a:pt x="27333" y="61207"/>
                    <a:pt x="38079" y="61207"/>
                  </a:cubicBezTo>
                  <a:cubicBezTo>
                    <a:pt x="42752" y="61207"/>
                    <a:pt x="47190" y="59104"/>
                    <a:pt x="50227" y="56535"/>
                  </a:cubicBezTo>
                  <a:cubicBezTo>
                    <a:pt x="52330" y="60039"/>
                    <a:pt x="56535" y="64010"/>
                    <a:pt x="63543" y="64010"/>
                  </a:cubicBezTo>
                  <a:cubicBezTo>
                    <a:pt x="76859" y="64010"/>
                    <a:pt x="85503" y="53264"/>
                    <a:pt x="85503" y="39948"/>
                  </a:cubicBezTo>
                  <a:cubicBezTo>
                    <a:pt x="85503" y="17989"/>
                    <a:pt x="66346" y="1"/>
                    <a:pt x="43452" y="1"/>
                  </a:cubicBezTo>
                  <a:cubicBezTo>
                    <a:pt x="18690" y="1"/>
                    <a:pt x="1" y="19390"/>
                    <a:pt x="1" y="43452"/>
                  </a:cubicBezTo>
                  <a:cubicBezTo>
                    <a:pt x="1" y="67515"/>
                    <a:pt x="18690" y="86437"/>
                    <a:pt x="42752" y="86904"/>
                  </a:cubicBezTo>
                  <a:cubicBezTo>
                    <a:pt x="49293" y="87138"/>
                    <a:pt x="57703" y="85269"/>
                    <a:pt x="62375" y="82232"/>
                  </a:cubicBezTo>
                  <a:lnTo>
                    <a:pt x="63543" y="81765"/>
                  </a:lnTo>
                  <a:lnTo>
                    <a:pt x="58170" y="71019"/>
                  </a:lnTo>
                  <a:lnTo>
                    <a:pt x="57002" y="71720"/>
                  </a:lnTo>
                  <a:cubicBezTo>
                    <a:pt x="53731" y="73355"/>
                    <a:pt x="48826" y="74523"/>
                    <a:pt x="42752" y="74523"/>
                  </a:cubicBezTo>
                  <a:cubicBezTo>
                    <a:pt x="25698" y="74523"/>
                    <a:pt x="12382" y="60740"/>
                    <a:pt x="12382" y="43452"/>
                  </a:cubicBezTo>
                  <a:cubicBezTo>
                    <a:pt x="12382" y="26399"/>
                    <a:pt x="25698" y="12382"/>
                    <a:pt x="43452" y="12382"/>
                  </a:cubicBezTo>
                  <a:cubicBezTo>
                    <a:pt x="60039" y="12382"/>
                    <a:pt x="73121" y="24530"/>
                    <a:pt x="73121" y="39948"/>
                  </a:cubicBezTo>
                  <a:cubicBezTo>
                    <a:pt x="73121" y="44854"/>
                    <a:pt x="71720" y="47657"/>
                    <a:pt x="69851" y="49293"/>
                  </a:cubicBezTo>
                  <a:cubicBezTo>
                    <a:pt x="68215" y="50928"/>
                    <a:pt x="66113" y="51629"/>
                    <a:pt x="64711" y="51629"/>
                  </a:cubicBezTo>
                  <a:cubicBezTo>
                    <a:pt x="63076" y="51629"/>
                    <a:pt x="61674" y="50928"/>
                    <a:pt x="60973" y="50227"/>
                  </a:cubicBezTo>
                  <a:cubicBezTo>
                    <a:pt x="60273" y="49293"/>
                    <a:pt x="59805" y="48125"/>
                    <a:pt x="60039" y="46256"/>
                  </a:cubicBezTo>
                  <a:lnTo>
                    <a:pt x="62609" y="25698"/>
                  </a:lnTo>
                  <a:close/>
                  <a:moveTo>
                    <a:pt x="40416" y="50227"/>
                  </a:moveTo>
                  <a:cubicBezTo>
                    <a:pt x="44621" y="50227"/>
                    <a:pt x="47658" y="46957"/>
                    <a:pt x="48358" y="42752"/>
                  </a:cubicBezTo>
                  <a:cubicBezTo>
                    <a:pt x="48826" y="38780"/>
                    <a:pt x="46256" y="35510"/>
                    <a:pt x="42518" y="35510"/>
                  </a:cubicBezTo>
                  <a:cubicBezTo>
                    <a:pt x="38079" y="35510"/>
                    <a:pt x="34809" y="39014"/>
                    <a:pt x="34342" y="42985"/>
                  </a:cubicBezTo>
                  <a:lnTo>
                    <a:pt x="34342" y="42985"/>
                  </a:lnTo>
                  <a:lnTo>
                    <a:pt x="34342" y="43219"/>
                  </a:lnTo>
                  <a:cubicBezTo>
                    <a:pt x="33874" y="46957"/>
                    <a:pt x="36444" y="50227"/>
                    <a:pt x="40416" y="5022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6" name="Google Shape;656;p39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27" name="Google Shape;657;p39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28" name="Google Shape;658;p39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29" name="Google Shape;659;p39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30" name="Google Shape;660;p39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31" name="Google Shape;661;p39"/>
          <p:cNvSpPr/>
          <p:nvPr/>
        </p:nvSpPr>
        <p:spPr>
          <a:xfrm>
            <a:off x="10346760" y="-6840"/>
            <a:ext cx="7940880" cy="788472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32" name="Google Shape;662;p39"/>
          <p:cNvSpPr/>
          <p:nvPr/>
        </p:nvSpPr>
        <p:spPr>
          <a:xfrm>
            <a:off x="8673480" y="6519240"/>
            <a:ext cx="3765240" cy="376596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667;p40"/>
          <p:cNvSpPr/>
          <p:nvPr/>
        </p:nvSpPr>
        <p:spPr>
          <a:xfrm>
            <a:off x="13360320" y="3981960"/>
            <a:ext cx="5654520" cy="565452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35" name="Google Shape;668;p40"/>
          <p:cNvSpPr/>
          <p:nvPr/>
        </p:nvSpPr>
        <p:spPr>
          <a:xfrm>
            <a:off x="7704000" y="3960720"/>
            <a:ext cx="5654520" cy="565452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9600" b="1" u="none" strike="noStrike">
              <a:solidFill>
                <a:srgbClr val="000000"/>
              </a:solidFill>
              <a:effectLst/>
              <a:uFillTx/>
              <a:latin typeface="Proxima Nova"/>
              <a:ea typeface="Proxima Nova"/>
            </a:endParaRPr>
          </a:p>
        </p:txBody>
      </p:sp>
      <p:grpSp>
        <p:nvGrpSpPr>
          <p:cNvPr id="436" name="Google Shape;670;p4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37" name="Google Shape;671;p4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38" name="Google Shape;672;p4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39" name="Google Shape;673;p4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40" name="Google Shape;674;p4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678;p41"/>
          <p:cNvSpPr/>
          <p:nvPr/>
        </p:nvSpPr>
        <p:spPr>
          <a:xfrm>
            <a:off x="0" y="4572000"/>
            <a:ext cx="4571640" cy="457164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0" u="none" strike="noStrike">
                <a:solidFill>
                  <a:schemeClr val="accent5"/>
                </a:solidFill>
                <a:effectLst/>
                <a:uFillTx/>
                <a:latin typeface="Proxima Nova Semibold"/>
                <a:ea typeface="Proxima Nova Semibold"/>
              </a:rPr>
              <a:t>1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679;p41"/>
          <p:cNvSpPr/>
          <p:nvPr/>
        </p:nvSpPr>
        <p:spPr>
          <a:xfrm>
            <a:off x="9144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44" name="Google Shape;680;p41"/>
          <p:cNvSpPr/>
          <p:nvPr/>
        </p:nvSpPr>
        <p:spPr>
          <a:xfrm>
            <a:off x="13716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45" name="Google Shape;681;p41"/>
          <p:cNvSpPr/>
          <p:nvPr/>
        </p:nvSpPr>
        <p:spPr>
          <a:xfrm>
            <a:off x="4572000" y="4572000"/>
            <a:ext cx="4571280" cy="457128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446" name="Google Shape;682;p4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47" name="Google Shape;683;p4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48" name="Google Shape;684;p4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49" name="Google Shape;685;p4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50" name="Google Shape;686;p4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51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690;p42"/>
          <p:cNvSpPr/>
          <p:nvPr/>
        </p:nvSpPr>
        <p:spPr>
          <a:xfrm>
            <a:off x="9144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53" name="Google Shape;691;p42"/>
          <p:cNvSpPr/>
          <p:nvPr/>
        </p:nvSpPr>
        <p:spPr>
          <a:xfrm>
            <a:off x="13716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54" name="Google Shape;692;p42"/>
          <p:cNvSpPr/>
          <p:nvPr/>
        </p:nvSpPr>
        <p:spPr>
          <a:xfrm>
            <a:off x="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55" name="Google Shape;693;p42"/>
          <p:cNvSpPr/>
          <p:nvPr/>
        </p:nvSpPr>
        <p:spPr>
          <a:xfrm>
            <a:off x="4572000" y="4572000"/>
            <a:ext cx="4571280" cy="4571280"/>
          </a:xfrm>
          <a:prstGeom prst="ellipse">
            <a:avLst/>
          </a:prstGeom>
          <a:solidFill>
            <a:schemeClr val="dk2"/>
          </a:solidFill>
          <a:ln w="936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0" u="none" strike="noStrike">
                <a:solidFill>
                  <a:srgbClr val="ffffff"/>
                </a:solidFill>
                <a:effectLst/>
                <a:uFillTx/>
                <a:latin typeface="Proxima Nova Semibold"/>
                <a:ea typeface="Proxima Nova Semibold"/>
              </a:rPr>
              <a:t>2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6" name="Google Shape;694;p42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57" name="Google Shape;695;p42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58" name="Google Shape;696;p42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59" name="Google Shape;697;p42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60" name="Google Shape;698;p42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702;p43"/>
          <p:cNvSpPr/>
          <p:nvPr/>
        </p:nvSpPr>
        <p:spPr>
          <a:xfrm>
            <a:off x="13716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63" name="Google Shape;703;p43"/>
          <p:cNvSpPr/>
          <p:nvPr/>
        </p:nvSpPr>
        <p:spPr>
          <a:xfrm>
            <a:off x="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64" name="Google Shape;704;p43"/>
          <p:cNvSpPr/>
          <p:nvPr/>
        </p:nvSpPr>
        <p:spPr>
          <a:xfrm>
            <a:off x="9143640" y="4572000"/>
            <a:ext cx="4571640" cy="4571640"/>
          </a:xfrm>
          <a:prstGeom prst="ellipse">
            <a:avLst/>
          </a:prstGeom>
          <a:solidFill>
            <a:schemeClr val="dk2"/>
          </a:solidFill>
          <a:ln w="936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0" u="none" strike="noStrike">
                <a:solidFill>
                  <a:schemeClr val="lt1"/>
                </a:solidFill>
                <a:effectLst/>
                <a:uFillTx/>
                <a:latin typeface="Proxima Nova Semibold"/>
                <a:ea typeface="Proxima Nova Semibold"/>
              </a:rPr>
              <a:t>3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Google Shape;705;p43"/>
          <p:cNvSpPr/>
          <p:nvPr/>
        </p:nvSpPr>
        <p:spPr>
          <a:xfrm>
            <a:off x="4572000" y="4572000"/>
            <a:ext cx="4571280" cy="457128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466" name="Google Shape;706;p4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67" name="Google Shape;707;p4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68" name="Google Shape;708;p4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69" name="Google Shape;709;p4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70" name="Google Shape;710;p4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71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" name="Google Shape;396;p26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73" name="Google Shape;397;p26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74" name="Google Shape;398;p26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75" name="Google Shape;399;p26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76" name="Google Shape;400;p26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714;p44"/>
          <p:cNvSpPr/>
          <p:nvPr/>
        </p:nvSpPr>
        <p:spPr>
          <a:xfrm>
            <a:off x="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0" name="Google Shape;715;p44"/>
          <p:cNvSpPr/>
          <p:nvPr/>
        </p:nvSpPr>
        <p:spPr>
          <a:xfrm>
            <a:off x="4572000" y="4572000"/>
            <a:ext cx="4571280" cy="457128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1" name="Google Shape;716;p44"/>
          <p:cNvSpPr/>
          <p:nvPr/>
        </p:nvSpPr>
        <p:spPr>
          <a:xfrm>
            <a:off x="9144000" y="4572000"/>
            <a:ext cx="4571640" cy="4571640"/>
          </a:xfrm>
          <a:prstGeom prst="ellipse">
            <a:avLst/>
          </a:prstGeom>
          <a:noFill/>
          <a:ln w="2844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82" name="Google Shape;717;p44"/>
          <p:cNvSpPr/>
          <p:nvPr/>
        </p:nvSpPr>
        <p:spPr>
          <a:xfrm>
            <a:off x="13716000" y="4572000"/>
            <a:ext cx="4571640" cy="4571640"/>
          </a:xfrm>
          <a:prstGeom prst="ellipse">
            <a:avLst/>
          </a:prstGeom>
          <a:solidFill>
            <a:schemeClr val="dk2"/>
          </a:solidFill>
          <a:ln w="9360">
            <a:solidFill>
              <a:schemeClr val="dk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80000"/>
              </a:lnSpc>
              <a:tabLst>
                <a:tab algn="l" pos="0"/>
              </a:tabLst>
            </a:pPr>
            <a:r>
              <a:rPr lang="ru" sz="9600" b="0" u="none" strike="noStrike">
                <a:solidFill>
                  <a:srgbClr val="ffffff"/>
                </a:solidFill>
                <a:effectLst/>
                <a:uFillTx/>
                <a:latin typeface="Proxima Nova Semibold"/>
                <a:ea typeface="Proxima Nova Semibold"/>
              </a:rPr>
              <a:t>4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83" name="Google Shape;718;p44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84" name="Google Shape;719;p44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85" name="Google Shape;720;p44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86" name="Google Shape;721;p44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87" name="Google Shape;722;p44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88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726;p45"/>
          <p:cNvSpPr/>
          <p:nvPr/>
        </p:nvSpPr>
        <p:spPr>
          <a:xfrm>
            <a:off x="9037800" y="623160"/>
            <a:ext cx="8413200" cy="841284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90" name="Google Shape;727;p45"/>
          <p:cNvSpPr/>
          <p:nvPr/>
        </p:nvSpPr>
        <p:spPr>
          <a:xfrm>
            <a:off x="9602640" y="1144080"/>
            <a:ext cx="8365320" cy="8365320"/>
          </a:xfrm>
          <a:prstGeom prst="ellipse">
            <a:avLst/>
          </a:prstGeom>
          <a:noFill/>
          <a:ln w="9360">
            <a:solidFill>
              <a:srgbClr val="efefef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91" name="Google Shape;728;p45"/>
          <p:cNvSpPr/>
          <p:nvPr/>
        </p:nvSpPr>
        <p:spPr>
          <a:xfrm>
            <a:off x="10812240" y="5060880"/>
            <a:ext cx="5460480" cy="61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Место для круглой фотографии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пунктирный радиус)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492" name="Google Shape;729;p45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93" name="Google Shape;730;p45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94" name="Google Shape;731;p45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95" name="Google Shape;732;p45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96" name="Google Shape;733;p45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2462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8" name="Google Shape;402;p2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499" name="Google Shape;403;p2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0" name="Google Shape;404;p2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1" name="Google Shape;405;p2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2" name="Google Shape;406;p2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03" name="PlaceHolder 1"/>
          <p:cNvSpPr>
            <a:spLocks noGrp="1"/>
          </p:cNvSpPr>
          <p:nvPr>
            <p:ph type="body"/>
          </p:nvPr>
        </p:nvSpPr>
        <p:spPr>
          <a:xfrm>
            <a:off x="551880" y="2217600"/>
            <a:ext cx="12862440" cy="717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title"/>
          </p:nvPr>
        </p:nvSpPr>
        <p:spPr>
          <a:xfrm>
            <a:off x="551880" y="489600"/>
            <a:ext cx="15720840" cy="73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05" name="Google Shape;409;p27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06" name="Google Shape;410;p27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7" name="Google Shape;411;p27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8" name="Google Shape;412;p27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09" name="Google Shape;413;p27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415;p28"/>
          <p:cNvSpPr/>
          <p:nvPr/>
        </p:nvSpPr>
        <p:spPr>
          <a:xfrm>
            <a:off x="9254520" y="3026880"/>
            <a:ext cx="8371080" cy="5060520"/>
          </a:xfrm>
          <a:prstGeom prst="roundRect">
            <a:avLst>
              <a:gd name="adj" fmla="val 4076"/>
            </a:avLst>
          </a:prstGeom>
          <a:noFill/>
          <a:ln w="9360">
            <a:solidFill>
              <a:srgbClr val="efefef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grpSp>
        <p:nvGrpSpPr>
          <p:cNvPr id="511" name="Google Shape;416;p28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12" name="Google Shape;417;p28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13" name="Google Shape;418;p28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14" name="Google Shape;419;p28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15" name="Google Shape;420;p28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16" name="PlaceHolder 1"/>
          <p:cNvSpPr>
            <a:spLocks noGrp="1"/>
          </p:cNvSpPr>
          <p:nvPr>
            <p:ph type="body"/>
          </p:nvPr>
        </p:nvSpPr>
        <p:spPr>
          <a:xfrm>
            <a:off x="551880" y="2952000"/>
            <a:ext cx="8592120" cy="5205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 type="title"/>
          </p:nvPr>
        </p:nvSpPr>
        <p:spPr>
          <a:xfrm>
            <a:off x="551880" y="489600"/>
            <a:ext cx="15720840" cy="73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18" name="Google Shape;423;p28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19" name="Google Shape;424;p28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0" name="Google Shape;425;p28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1" name="Google Shape;426;p28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2" name="Google Shape;427;p28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23" name="Google Shape;428;p28"/>
          <p:cNvSpPr/>
          <p:nvPr/>
        </p:nvSpPr>
        <p:spPr>
          <a:xfrm>
            <a:off x="11103480" y="5189400"/>
            <a:ext cx="4622040" cy="11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Место для фотографии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пунктирную рамку)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body"/>
          </p:nvPr>
        </p:nvSpPr>
        <p:spPr>
          <a:xfrm>
            <a:off x="551880" y="9396000"/>
            <a:ext cx="7145640" cy="2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5" name="Google Shape;431;p29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26" name="Google Shape;432;p29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7" name="Google Shape;433;p29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8" name="Google Shape;434;p29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29" name="Google Shape;435;p29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30" name="Google Shape;436;p29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31" name="Google Shape;437;p29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32" name="Google Shape;438;p29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33" name="Google Shape;439;p29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34" name="Google Shape;440;p29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35" name="Google Shape;441;p29"/>
          <p:cNvSpPr/>
          <p:nvPr/>
        </p:nvSpPr>
        <p:spPr>
          <a:xfrm>
            <a:off x="1135080" y="2302920"/>
            <a:ext cx="6016320" cy="6015960"/>
          </a:xfrm>
          <a:prstGeom prst="ellipse">
            <a:avLst/>
          </a:prstGeom>
          <a:noFill/>
          <a:ln w="9360">
            <a:solidFill>
              <a:srgbClr val="efefef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36" name="Google Shape;442;p29"/>
          <p:cNvSpPr/>
          <p:nvPr/>
        </p:nvSpPr>
        <p:spPr>
          <a:xfrm>
            <a:off x="7706880" y="2717640"/>
            <a:ext cx="686520" cy="479160"/>
          </a:xfrm>
          <a:custGeom>
            <a:avLst/>
            <a:gdLst>
              <a:gd name="textAreaLeft" fmla="*/ 0 w 686520"/>
              <a:gd name="textAreaRight" fmla="*/ 686880 w 686520"/>
              <a:gd name="textAreaTop" fmla="*/ 0 h 479160"/>
              <a:gd name="textAreaBottom" fmla="*/ 479520 h 479160"/>
            </a:gdLst>
            <a:ahLst/>
            <a:cxnLst/>
            <a:rect l="textAreaLeft" t="textAreaTop" r="textAreaRight" b="textAreaBottom"/>
            <a:pathLst>
              <a:path w="273928" h="191173">
                <a:moveTo>
                  <a:pt x="79295" y="0"/>
                </a:moveTo>
                <a:lnTo>
                  <a:pt x="0" y="105246"/>
                </a:lnTo>
                <a:lnTo>
                  <a:pt x="0" y="191172"/>
                </a:lnTo>
                <a:lnTo>
                  <a:pt x="93712" y="191172"/>
                </a:lnTo>
                <a:lnTo>
                  <a:pt x="93712" y="105246"/>
                </a:lnTo>
                <a:lnTo>
                  <a:pt x="122547" y="0"/>
                </a:lnTo>
                <a:close/>
                <a:moveTo>
                  <a:pt x="230676" y="0"/>
                </a:moveTo>
                <a:lnTo>
                  <a:pt x="151381" y="105246"/>
                </a:lnTo>
                <a:lnTo>
                  <a:pt x="151381" y="191172"/>
                </a:lnTo>
                <a:lnTo>
                  <a:pt x="245093" y="191172"/>
                </a:lnTo>
                <a:lnTo>
                  <a:pt x="245093" y="105246"/>
                </a:lnTo>
                <a:lnTo>
                  <a:pt x="273928" y="0"/>
                </a:lnTo>
                <a:close/>
              </a:path>
            </a:pathLst>
          </a:custGeom>
          <a:solidFill>
            <a:srgbClr val="4bd0a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37" name="Google Shape;443;p29"/>
          <p:cNvSpPr/>
          <p:nvPr/>
        </p:nvSpPr>
        <p:spPr>
          <a:xfrm>
            <a:off x="1488600" y="5045040"/>
            <a:ext cx="5319360" cy="63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Место для круглой фотографии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пунктирный радиус)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PlaceHolder 1"/>
          <p:cNvSpPr>
            <a:spLocks noGrp="1"/>
          </p:cNvSpPr>
          <p:nvPr>
            <p:ph type="title"/>
          </p:nvPr>
        </p:nvSpPr>
        <p:spPr>
          <a:xfrm>
            <a:off x="7706880" y="3452400"/>
            <a:ext cx="8574480" cy="296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9" name="Google Shape;447;p3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40" name="Google Shape;448;p3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1" name="Google Shape;449;p3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2" name="Google Shape;450;p3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3" name="Google Shape;451;p3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44" name="Google Shape;452;p3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45" name="Google Shape;453;p3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6" name="Google Shape;454;p3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7" name="Google Shape;455;p3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48" name="Google Shape;456;p3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551880" y="489600"/>
            <a:ext cx="12862440" cy="445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50" name="Google Shape;458;p30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51" name="Google Shape;459;p30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52" name="Google Shape;460;p30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53" name="Google Shape;461;p30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54" name="Google Shape;462;p30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465;p31"/>
          <p:cNvSpPr/>
          <p:nvPr/>
        </p:nvSpPr>
        <p:spPr>
          <a:xfrm>
            <a:off x="1044360" y="1288800"/>
            <a:ext cx="5795280" cy="5795280"/>
          </a:xfrm>
          <a:prstGeom prst="ellipse">
            <a:avLst/>
          </a:prstGeom>
          <a:noFill/>
          <a:ln w="9360">
            <a:solidFill>
              <a:srgbClr val="efefef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56" name="Google Shape;466;p31"/>
          <p:cNvSpPr/>
          <p:nvPr/>
        </p:nvSpPr>
        <p:spPr>
          <a:xfrm>
            <a:off x="1631160" y="3924000"/>
            <a:ext cx="4622040" cy="11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Место для круглой фотографии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пунктирный радиус)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7697880" y="1468800"/>
            <a:ext cx="10037880" cy="248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Google Shape;470;p31"/>
          <p:cNvSpPr/>
          <p:nvPr/>
        </p:nvSpPr>
        <p:spPr>
          <a:xfrm>
            <a:off x="7606440" y="5292000"/>
            <a:ext cx="7228080" cy="6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0" u="none" strike="noStrike">
                <a:solidFill>
                  <a:srgbClr val="ffffff"/>
                </a:solidFill>
                <a:effectLst/>
                <a:uFillTx/>
                <a:latin typeface="Proxima Nova Semibold"/>
                <a:ea typeface="Proxima Nova Semibold"/>
              </a:rPr>
              <a:t>Аккаунты в соц.сетях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59" name="Google Shape;471;p31"/>
          <p:cNvGrpSpPr/>
          <p:nvPr/>
        </p:nvGrpSpPr>
        <p:grpSpPr>
          <a:xfrm>
            <a:off x="7655040" y="6087600"/>
            <a:ext cx="499680" cy="499680"/>
            <a:chOff x="7655040" y="6087600"/>
            <a:chExt cx="499680" cy="499680"/>
          </a:xfrm>
        </p:grpSpPr>
        <p:sp>
          <p:nvSpPr>
            <p:cNvPr id="560" name="Google Shape;472;p31"/>
            <p:cNvSpPr/>
            <p:nvPr/>
          </p:nvSpPr>
          <p:spPr>
            <a:xfrm>
              <a:off x="7655040" y="6087600"/>
              <a:ext cx="499680" cy="499680"/>
            </a:xfrm>
            <a:custGeom>
              <a:avLst/>
              <a:gdLst>
                <a:gd name="textAreaLeft" fmla="*/ 0 w 499680"/>
                <a:gd name="textAreaRight" fmla="*/ 500040 w 499680"/>
                <a:gd name="textAreaTop" fmla="*/ 0 h 499680"/>
                <a:gd name="textAreaBottom" fmla="*/ 500040 h 49968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61" name="Google Shape;473;p31"/>
            <p:cNvSpPr/>
            <p:nvPr/>
          </p:nvSpPr>
          <p:spPr>
            <a:xfrm>
              <a:off x="7853040" y="6229440"/>
              <a:ext cx="112680" cy="207000"/>
            </a:xfrm>
            <a:custGeom>
              <a:avLst/>
              <a:gdLst>
                <a:gd name="textAreaLeft" fmla="*/ 0 w 112680"/>
                <a:gd name="textAreaRight" fmla="*/ 113040 w 11268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62" name="Google Shape;474;p31"/>
          <p:cNvGrpSpPr/>
          <p:nvPr/>
        </p:nvGrpSpPr>
        <p:grpSpPr>
          <a:xfrm>
            <a:off x="7654680" y="6840000"/>
            <a:ext cx="500040" cy="500040"/>
            <a:chOff x="7654680" y="6840000"/>
            <a:chExt cx="500040" cy="500040"/>
          </a:xfrm>
        </p:grpSpPr>
        <p:sp>
          <p:nvSpPr>
            <p:cNvPr id="563" name="Google Shape;475;p31"/>
            <p:cNvSpPr/>
            <p:nvPr/>
          </p:nvSpPr>
          <p:spPr>
            <a:xfrm>
              <a:off x="7654680" y="6840000"/>
              <a:ext cx="500040" cy="500040"/>
            </a:xfrm>
            <a:custGeom>
              <a:avLst/>
              <a:gdLst>
                <a:gd name="textAreaLeft" fmla="*/ 0 w 500040"/>
                <a:gd name="textAreaRight" fmla="*/ 500400 w 50004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64" name="Google Shape;476;p31"/>
            <p:cNvSpPr/>
            <p:nvPr/>
          </p:nvSpPr>
          <p:spPr>
            <a:xfrm>
              <a:off x="7803000" y="6988320"/>
              <a:ext cx="210960" cy="210960"/>
            </a:xfrm>
            <a:custGeom>
              <a:avLst/>
              <a:gdLst>
                <a:gd name="textAreaLeft" fmla="*/ 0 w 210960"/>
                <a:gd name="textAreaRight" fmla="*/ 211320 w 210960"/>
                <a:gd name="textAreaTop" fmla="*/ 0 h 210960"/>
                <a:gd name="textAreaBottom" fmla="*/ 211320 h 210960"/>
              </a:gdLst>
              <a:ahLst/>
              <a:cxnLst/>
              <a:rect l="textAreaLeft" t="textAreaTop" r="textAreaRight" b="textAreaBottom"/>
              <a:pathLst>
                <a:path w="87606" h="87606">
                  <a:moveTo>
                    <a:pt x="66580" y="15186"/>
                  </a:moveTo>
                  <a:cubicBezTo>
                    <a:pt x="68216" y="15186"/>
                    <a:pt x="69617" y="15887"/>
                    <a:pt x="70552" y="16821"/>
                  </a:cubicBezTo>
                  <a:cubicBezTo>
                    <a:pt x="71486" y="17755"/>
                    <a:pt x="72187" y="19157"/>
                    <a:pt x="72187" y="20792"/>
                  </a:cubicBezTo>
                  <a:cubicBezTo>
                    <a:pt x="72187" y="22194"/>
                    <a:pt x="71486" y="23596"/>
                    <a:pt x="70552" y="24530"/>
                  </a:cubicBezTo>
                  <a:cubicBezTo>
                    <a:pt x="69617" y="25698"/>
                    <a:pt x="68216" y="26166"/>
                    <a:pt x="66580" y="26166"/>
                  </a:cubicBezTo>
                  <a:cubicBezTo>
                    <a:pt x="65179" y="26166"/>
                    <a:pt x="63777" y="25698"/>
                    <a:pt x="62843" y="24530"/>
                  </a:cubicBezTo>
                  <a:cubicBezTo>
                    <a:pt x="61675" y="23596"/>
                    <a:pt x="61207" y="22194"/>
                    <a:pt x="61207" y="20792"/>
                  </a:cubicBezTo>
                  <a:cubicBezTo>
                    <a:pt x="61207" y="19157"/>
                    <a:pt x="61675" y="17755"/>
                    <a:pt x="62843" y="16821"/>
                  </a:cubicBezTo>
                  <a:cubicBezTo>
                    <a:pt x="63777" y="15887"/>
                    <a:pt x="65179" y="15186"/>
                    <a:pt x="66580" y="15186"/>
                  </a:cubicBezTo>
                  <a:close/>
                  <a:moveTo>
                    <a:pt x="43686" y="30604"/>
                  </a:moveTo>
                  <a:cubicBezTo>
                    <a:pt x="40182" y="30604"/>
                    <a:pt x="36912" y="32006"/>
                    <a:pt x="34342" y="34342"/>
                  </a:cubicBezTo>
                  <a:cubicBezTo>
                    <a:pt x="32006" y="36912"/>
                    <a:pt x="30604" y="40182"/>
                    <a:pt x="30604" y="43686"/>
                  </a:cubicBezTo>
                  <a:cubicBezTo>
                    <a:pt x="30604" y="47191"/>
                    <a:pt x="32006" y="50461"/>
                    <a:pt x="34342" y="53031"/>
                  </a:cubicBezTo>
                  <a:cubicBezTo>
                    <a:pt x="36912" y="55367"/>
                    <a:pt x="40182" y="56769"/>
                    <a:pt x="43686" y="56769"/>
                  </a:cubicBezTo>
                  <a:cubicBezTo>
                    <a:pt x="47191" y="56769"/>
                    <a:pt x="50461" y="55367"/>
                    <a:pt x="53031" y="53031"/>
                  </a:cubicBezTo>
                  <a:cubicBezTo>
                    <a:pt x="55367" y="50461"/>
                    <a:pt x="56769" y="47191"/>
                    <a:pt x="56769" y="43686"/>
                  </a:cubicBezTo>
                  <a:cubicBezTo>
                    <a:pt x="56769" y="40182"/>
                    <a:pt x="55367" y="36912"/>
                    <a:pt x="53031" y="34342"/>
                  </a:cubicBezTo>
                  <a:cubicBezTo>
                    <a:pt x="50461" y="32006"/>
                    <a:pt x="47191" y="30604"/>
                    <a:pt x="43686" y="30604"/>
                  </a:cubicBezTo>
                  <a:close/>
                  <a:moveTo>
                    <a:pt x="43686" y="21727"/>
                  </a:moveTo>
                  <a:cubicBezTo>
                    <a:pt x="49527" y="21727"/>
                    <a:pt x="55133" y="24063"/>
                    <a:pt x="59105" y="28268"/>
                  </a:cubicBezTo>
                  <a:cubicBezTo>
                    <a:pt x="63310" y="32239"/>
                    <a:pt x="65646" y="37846"/>
                    <a:pt x="65646" y="43686"/>
                  </a:cubicBezTo>
                  <a:cubicBezTo>
                    <a:pt x="65646" y="49527"/>
                    <a:pt x="63310" y="55133"/>
                    <a:pt x="59105" y="59105"/>
                  </a:cubicBezTo>
                  <a:cubicBezTo>
                    <a:pt x="55133" y="63310"/>
                    <a:pt x="49527" y="65646"/>
                    <a:pt x="43686" y="65646"/>
                  </a:cubicBezTo>
                  <a:cubicBezTo>
                    <a:pt x="37846" y="65646"/>
                    <a:pt x="32239" y="63310"/>
                    <a:pt x="28268" y="59105"/>
                  </a:cubicBezTo>
                  <a:cubicBezTo>
                    <a:pt x="24063" y="55133"/>
                    <a:pt x="21727" y="49527"/>
                    <a:pt x="21727" y="43686"/>
                  </a:cubicBezTo>
                  <a:cubicBezTo>
                    <a:pt x="21727" y="37846"/>
                    <a:pt x="24063" y="32239"/>
                    <a:pt x="28268" y="28268"/>
                  </a:cubicBezTo>
                  <a:cubicBezTo>
                    <a:pt x="32239" y="24063"/>
                    <a:pt x="37846" y="21727"/>
                    <a:pt x="43686" y="21727"/>
                  </a:cubicBezTo>
                  <a:close/>
                  <a:moveTo>
                    <a:pt x="43686" y="1"/>
                  </a:moveTo>
                  <a:cubicBezTo>
                    <a:pt x="31772" y="1"/>
                    <a:pt x="30371" y="1"/>
                    <a:pt x="25698" y="235"/>
                  </a:cubicBezTo>
                  <a:cubicBezTo>
                    <a:pt x="21026" y="468"/>
                    <a:pt x="17755" y="1169"/>
                    <a:pt x="14952" y="2103"/>
                  </a:cubicBezTo>
                  <a:cubicBezTo>
                    <a:pt x="12149" y="3272"/>
                    <a:pt x="9345" y="4907"/>
                    <a:pt x="7243" y="7243"/>
                  </a:cubicBezTo>
                  <a:cubicBezTo>
                    <a:pt x="4907" y="9345"/>
                    <a:pt x="3272" y="12149"/>
                    <a:pt x="2103" y="14952"/>
                  </a:cubicBezTo>
                  <a:cubicBezTo>
                    <a:pt x="1169" y="17755"/>
                    <a:pt x="468" y="21026"/>
                    <a:pt x="235" y="25698"/>
                  </a:cubicBezTo>
                  <a:cubicBezTo>
                    <a:pt x="1" y="30371"/>
                    <a:pt x="1" y="31772"/>
                    <a:pt x="1" y="43686"/>
                  </a:cubicBezTo>
                  <a:cubicBezTo>
                    <a:pt x="1" y="55601"/>
                    <a:pt x="1" y="57002"/>
                    <a:pt x="235" y="61675"/>
                  </a:cubicBezTo>
                  <a:cubicBezTo>
                    <a:pt x="468" y="66347"/>
                    <a:pt x="1169" y="69617"/>
                    <a:pt x="2103" y="72421"/>
                  </a:cubicBezTo>
                  <a:cubicBezTo>
                    <a:pt x="3272" y="75224"/>
                    <a:pt x="4907" y="78027"/>
                    <a:pt x="7243" y="80130"/>
                  </a:cubicBezTo>
                  <a:cubicBezTo>
                    <a:pt x="9345" y="82466"/>
                    <a:pt x="12149" y="84101"/>
                    <a:pt x="14952" y="85269"/>
                  </a:cubicBezTo>
                  <a:cubicBezTo>
                    <a:pt x="17755" y="86204"/>
                    <a:pt x="21026" y="86905"/>
                    <a:pt x="25698" y="87138"/>
                  </a:cubicBezTo>
                  <a:cubicBezTo>
                    <a:pt x="30371" y="87372"/>
                    <a:pt x="31772" y="87605"/>
                    <a:pt x="43686" y="87605"/>
                  </a:cubicBezTo>
                  <a:cubicBezTo>
                    <a:pt x="55601" y="87605"/>
                    <a:pt x="57002" y="87372"/>
                    <a:pt x="61675" y="87138"/>
                  </a:cubicBezTo>
                  <a:cubicBezTo>
                    <a:pt x="66347" y="86905"/>
                    <a:pt x="69617" y="86204"/>
                    <a:pt x="72421" y="85269"/>
                  </a:cubicBezTo>
                  <a:cubicBezTo>
                    <a:pt x="75224" y="84101"/>
                    <a:pt x="78027" y="82466"/>
                    <a:pt x="80130" y="80130"/>
                  </a:cubicBezTo>
                  <a:cubicBezTo>
                    <a:pt x="82466" y="78027"/>
                    <a:pt x="84101" y="75224"/>
                    <a:pt x="85269" y="72421"/>
                  </a:cubicBezTo>
                  <a:cubicBezTo>
                    <a:pt x="86204" y="69617"/>
                    <a:pt x="86905" y="66347"/>
                    <a:pt x="87138" y="61675"/>
                  </a:cubicBezTo>
                  <a:cubicBezTo>
                    <a:pt x="87372" y="57002"/>
                    <a:pt x="87605" y="55601"/>
                    <a:pt x="87605" y="43686"/>
                  </a:cubicBezTo>
                  <a:cubicBezTo>
                    <a:pt x="87605" y="31772"/>
                    <a:pt x="87372" y="30371"/>
                    <a:pt x="87138" y="25698"/>
                  </a:cubicBezTo>
                  <a:cubicBezTo>
                    <a:pt x="86905" y="21026"/>
                    <a:pt x="86204" y="17755"/>
                    <a:pt x="85269" y="14952"/>
                  </a:cubicBezTo>
                  <a:cubicBezTo>
                    <a:pt x="84101" y="12149"/>
                    <a:pt x="82466" y="9345"/>
                    <a:pt x="80130" y="7243"/>
                  </a:cubicBezTo>
                  <a:cubicBezTo>
                    <a:pt x="77794" y="4907"/>
                    <a:pt x="75224" y="3272"/>
                    <a:pt x="72421" y="2103"/>
                  </a:cubicBezTo>
                  <a:cubicBezTo>
                    <a:pt x="69617" y="1169"/>
                    <a:pt x="66347" y="468"/>
                    <a:pt x="61675" y="235"/>
                  </a:cubicBezTo>
                  <a:cubicBezTo>
                    <a:pt x="57002" y="1"/>
                    <a:pt x="55601" y="1"/>
                    <a:pt x="43686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65" name="Google Shape;477;p31"/>
          <p:cNvGrpSpPr/>
          <p:nvPr/>
        </p:nvGrpSpPr>
        <p:grpSpPr>
          <a:xfrm>
            <a:off x="7655040" y="7567920"/>
            <a:ext cx="500040" cy="500040"/>
            <a:chOff x="7655040" y="7567920"/>
            <a:chExt cx="500040" cy="500040"/>
          </a:xfrm>
        </p:grpSpPr>
        <p:sp>
          <p:nvSpPr>
            <p:cNvPr id="566" name="Google Shape;478;p31"/>
            <p:cNvSpPr/>
            <p:nvPr/>
          </p:nvSpPr>
          <p:spPr>
            <a:xfrm>
              <a:off x="7655040" y="7567920"/>
              <a:ext cx="500040" cy="500040"/>
            </a:xfrm>
            <a:custGeom>
              <a:avLst/>
              <a:gdLst>
                <a:gd name="textAreaLeft" fmla="*/ 0 w 500040"/>
                <a:gd name="textAreaRight" fmla="*/ 500400 w 50004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67" name="Google Shape;479;p31"/>
            <p:cNvSpPr/>
            <p:nvPr/>
          </p:nvSpPr>
          <p:spPr>
            <a:xfrm>
              <a:off x="7781040" y="7708680"/>
              <a:ext cx="240120" cy="218160"/>
            </a:xfrm>
            <a:custGeom>
              <a:avLst/>
              <a:gdLst>
                <a:gd name="textAreaLeft" fmla="*/ 0 w 240120"/>
                <a:gd name="textAreaRight" fmla="*/ 240480 w 240120"/>
                <a:gd name="textAreaTop" fmla="*/ 0 h 218160"/>
                <a:gd name="textAreaBottom" fmla="*/ 218520 h 218160"/>
              </a:gdLst>
              <a:ahLst/>
              <a:cxnLst/>
              <a:rect l="textAreaLeft" t="textAreaTop" r="textAreaRight" b="textAreaBottom"/>
              <a:pathLst>
                <a:path w="99753" h="90562">
                  <a:moveTo>
                    <a:pt x="91810" y="7943"/>
                  </a:moveTo>
                  <a:cubicBezTo>
                    <a:pt x="91810" y="8176"/>
                    <a:pt x="91810" y="8176"/>
                    <a:pt x="91810" y="8644"/>
                  </a:cubicBezTo>
                  <a:lnTo>
                    <a:pt x="77559" y="81998"/>
                  </a:lnTo>
                  <a:cubicBezTo>
                    <a:pt x="77559" y="82231"/>
                    <a:pt x="77326" y="82465"/>
                    <a:pt x="77092" y="82699"/>
                  </a:cubicBezTo>
                  <a:cubicBezTo>
                    <a:pt x="76995" y="82795"/>
                    <a:pt x="76899" y="82852"/>
                    <a:pt x="76735" y="82852"/>
                  </a:cubicBezTo>
                  <a:cubicBezTo>
                    <a:pt x="76505" y="82852"/>
                    <a:pt x="76141" y="82739"/>
                    <a:pt x="75457" y="82465"/>
                  </a:cubicBezTo>
                  <a:lnTo>
                    <a:pt x="52796" y="64944"/>
                  </a:lnTo>
                  <a:lnTo>
                    <a:pt x="39247" y="77559"/>
                  </a:lnTo>
                  <a:lnTo>
                    <a:pt x="42050" y="59104"/>
                  </a:lnTo>
                  <a:lnTo>
                    <a:pt x="78961" y="24062"/>
                  </a:lnTo>
                  <a:cubicBezTo>
                    <a:pt x="80363" y="22660"/>
                    <a:pt x="79895" y="22427"/>
                    <a:pt x="79895" y="22427"/>
                  </a:cubicBezTo>
                  <a:cubicBezTo>
                    <a:pt x="79895" y="21679"/>
                    <a:pt x="79522" y="21455"/>
                    <a:pt x="79073" y="21455"/>
                  </a:cubicBezTo>
                  <a:cubicBezTo>
                    <a:pt x="78400" y="21455"/>
                    <a:pt x="77559" y="21960"/>
                    <a:pt x="77559" y="21960"/>
                  </a:cubicBezTo>
                  <a:lnTo>
                    <a:pt x="31071" y="51161"/>
                  </a:lnTo>
                  <a:lnTo>
                    <a:pt x="31071" y="50927"/>
                  </a:lnTo>
                  <a:lnTo>
                    <a:pt x="8877" y="43452"/>
                  </a:lnTo>
                  <a:lnTo>
                    <a:pt x="8877" y="43218"/>
                  </a:lnTo>
                  <a:lnTo>
                    <a:pt x="9111" y="43218"/>
                  </a:lnTo>
                  <a:cubicBezTo>
                    <a:pt x="9111" y="43218"/>
                    <a:pt x="28968" y="34808"/>
                    <a:pt x="49292" y="26165"/>
                  </a:cubicBezTo>
                  <a:cubicBezTo>
                    <a:pt x="59338" y="21726"/>
                    <a:pt x="69616" y="17287"/>
                    <a:pt x="77326" y="14017"/>
                  </a:cubicBezTo>
                  <a:cubicBezTo>
                    <a:pt x="85268" y="10746"/>
                    <a:pt x="91109" y="8176"/>
                    <a:pt x="91342" y="8176"/>
                  </a:cubicBezTo>
                  <a:cubicBezTo>
                    <a:pt x="91810" y="7943"/>
                    <a:pt x="91576" y="7943"/>
                    <a:pt x="91810" y="7943"/>
                  </a:cubicBezTo>
                  <a:close/>
                  <a:moveTo>
                    <a:pt x="92277" y="0"/>
                  </a:moveTo>
                  <a:cubicBezTo>
                    <a:pt x="90875" y="0"/>
                    <a:pt x="89707" y="467"/>
                    <a:pt x="88539" y="934"/>
                  </a:cubicBezTo>
                  <a:cubicBezTo>
                    <a:pt x="87605" y="1402"/>
                    <a:pt x="82232" y="3504"/>
                    <a:pt x="74522" y="6775"/>
                  </a:cubicBezTo>
                  <a:lnTo>
                    <a:pt x="46255" y="18923"/>
                  </a:lnTo>
                  <a:cubicBezTo>
                    <a:pt x="25931" y="27566"/>
                    <a:pt x="6074" y="35976"/>
                    <a:pt x="6074" y="35976"/>
                  </a:cubicBezTo>
                  <a:lnTo>
                    <a:pt x="6308" y="35976"/>
                  </a:lnTo>
                  <a:cubicBezTo>
                    <a:pt x="6308" y="35976"/>
                    <a:pt x="4906" y="36443"/>
                    <a:pt x="3504" y="37378"/>
                  </a:cubicBezTo>
                  <a:cubicBezTo>
                    <a:pt x="2803" y="38079"/>
                    <a:pt x="1869" y="38780"/>
                    <a:pt x="1402" y="39714"/>
                  </a:cubicBezTo>
                  <a:cubicBezTo>
                    <a:pt x="701" y="40649"/>
                    <a:pt x="0" y="42284"/>
                    <a:pt x="234" y="43919"/>
                  </a:cubicBezTo>
                  <a:cubicBezTo>
                    <a:pt x="701" y="46722"/>
                    <a:pt x="2336" y="48358"/>
                    <a:pt x="3738" y="49292"/>
                  </a:cubicBezTo>
                  <a:cubicBezTo>
                    <a:pt x="4906" y="50227"/>
                    <a:pt x="6308" y="50694"/>
                    <a:pt x="6308" y="50694"/>
                  </a:cubicBezTo>
                  <a:lnTo>
                    <a:pt x="24997" y="57001"/>
                  </a:lnTo>
                  <a:cubicBezTo>
                    <a:pt x="25697" y="59805"/>
                    <a:pt x="30603" y="75924"/>
                    <a:pt x="31771" y="79662"/>
                  </a:cubicBezTo>
                  <a:cubicBezTo>
                    <a:pt x="32472" y="81998"/>
                    <a:pt x="33173" y="83400"/>
                    <a:pt x="33874" y="84334"/>
                  </a:cubicBezTo>
                  <a:cubicBezTo>
                    <a:pt x="34341" y="85035"/>
                    <a:pt x="34808" y="85502"/>
                    <a:pt x="35509" y="85736"/>
                  </a:cubicBezTo>
                  <a:cubicBezTo>
                    <a:pt x="35743" y="85969"/>
                    <a:pt x="35976" y="86203"/>
                    <a:pt x="36444" y="86203"/>
                  </a:cubicBezTo>
                  <a:lnTo>
                    <a:pt x="36677" y="86203"/>
                  </a:lnTo>
                  <a:cubicBezTo>
                    <a:pt x="37285" y="86390"/>
                    <a:pt x="37864" y="86465"/>
                    <a:pt x="38402" y="86465"/>
                  </a:cubicBezTo>
                  <a:cubicBezTo>
                    <a:pt x="40555" y="86465"/>
                    <a:pt x="42050" y="85268"/>
                    <a:pt x="42050" y="85268"/>
                  </a:cubicBezTo>
                  <a:lnTo>
                    <a:pt x="42284" y="85268"/>
                  </a:lnTo>
                  <a:lnTo>
                    <a:pt x="53264" y="74989"/>
                  </a:lnTo>
                  <a:lnTo>
                    <a:pt x="71719" y="89473"/>
                  </a:lnTo>
                  <a:lnTo>
                    <a:pt x="72186" y="89707"/>
                  </a:lnTo>
                  <a:cubicBezTo>
                    <a:pt x="73559" y="90308"/>
                    <a:pt x="74963" y="90562"/>
                    <a:pt x="76294" y="90562"/>
                  </a:cubicBezTo>
                  <a:cubicBezTo>
                    <a:pt x="78589" y="90562"/>
                    <a:pt x="80668" y="89807"/>
                    <a:pt x="81998" y="88773"/>
                  </a:cubicBezTo>
                  <a:cubicBezTo>
                    <a:pt x="83867" y="86904"/>
                    <a:pt x="84801" y="84801"/>
                    <a:pt x="84801" y="84801"/>
                  </a:cubicBezTo>
                  <a:lnTo>
                    <a:pt x="84801" y="84568"/>
                  </a:lnTo>
                  <a:lnTo>
                    <a:pt x="99052" y="10279"/>
                  </a:lnTo>
                  <a:cubicBezTo>
                    <a:pt x="99519" y="8410"/>
                    <a:pt x="99752" y="6775"/>
                    <a:pt x="99285" y="5139"/>
                  </a:cubicBezTo>
                  <a:cubicBezTo>
                    <a:pt x="98818" y="3504"/>
                    <a:pt x="97650" y="1869"/>
                    <a:pt x="96248" y="1168"/>
                  </a:cubicBezTo>
                  <a:cubicBezTo>
                    <a:pt x="95080" y="234"/>
                    <a:pt x="93679" y="0"/>
                    <a:pt x="92277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68" name="Google Shape;480;p31"/>
          <p:cNvGrpSpPr/>
          <p:nvPr/>
        </p:nvGrpSpPr>
        <p:grpSpPr>
          <a:xfrm>
            <a:off x="7655040" y="8323200"/>
            <a:ext cx="500040" cy="500040"/>
            <a:chOff x="7655040" y="8323200"/>
            <a:chExt cx="500040" cy="500040"/>
          </a:xfrm>
        </p:grpSpPr>
        <p:sp>
          <p:nvSpPr>
            <p:cNvPr id="569" name="Google Shape;481;p31"/>
            <p:cNvSpPr/>
            <p:nvPr/>
          </p:nvSpPr>
          <p:spPr>
            <a:xfrm>
              <a:off x="7655040" y="8323200"/>
              <a:ext cx="500040" cy="500040"/>
            </a:xfrm>
            <a:custGeom>
              <a:avLst/>
              <a:gdLst>
                <a:gd name="textAreaLeft" fmla="*/ 0 w 500040"/>
                <a:gd name="textAreaRight" fmla="*/ 500400 w 50004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70" name="Google Shape;482;p31"/>
            <p:cNvSpPr/>
            <p:nvPr/>
          </p:nvSpPr>
          <p:spPr>
            <a:xfrm>
              <a:off x="7823880" y="8474400"/>
              <a:ext cx="180000" cy="169200"/>
            </a:xfrm>
            <a:custGeom>
              <a:avLst/>
              <a:gdLst>
                <a:gd name="textAreaLeft" fmla="*/ 0 w 180000"/>
                <a:gd name="textAreaRight" fmla="*/ 180360 w 18000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74757" h="70318">
                  <a:moveTo>
                    <a:pt x="7943" y="0"/>
                  </a:moveTo>
                  <a:cubicBezTo>
                    <a:pt x="5841" y="0"/>
                    <a:pt x="3972" y="701"/>
                    <a:pt x="2337" y="2336"/>
                  </a:cubicBezTo>
                  <a:cubicBezTo>
                    <a:pt x="935" y="3738"/>
                    <a:pt x="1" y="5607"/>
                    <a:pt x="1" y="7709"/>
                  </a:cubicBezTo>
                  <a:cubicBezTo>
                    <a:pt x="1" y="9812"/>
                    <a:pt x="935" y="11914"/>
                    <a:pt x="2337" y="13316"/>
                  </a:cubicBezTo>
                  <a:cubicBezTo>
                    <a:pt x="3972" y="14718"/>
                    <a:pt x="5841" y="15652"/>
                    <a:pt x="7943" y="15652"/>
                  </a:cubicBezTo>
                  <a:cubicBezTo>
                    <a:pt x="10046" y="15652"/>
                    <a:pt x="11915" y="14718"/>
                    <a:pt x="13550" y="13316"/>
                  </a:cubicBezTo>
                  <a:cubicBezTo>
                    <a:pt x="14952" y="11914"/>
                    <a:pt x="15653" y="9812"/>
                    <a:pt x="15653" y="7709"/>
                  </a:cubicBezTo>
                  <a:cubicBezTo>
                    <a:pt x="15653" y="5840"/>
                    <a:pt x="14952" y="3738"/>
                    <a:pt x="13550" y="2336"/>
                  </a:cubicBezTo>
                  <a:cubicBezTo>
                    <a:pt x="11915" y="701"/>
                    <a:pt x="10046" y="0"/>
                    <a:pt x="7943" y="0"/>
                  </a:cubicBezTo>
                  <a:close/>
                  <a:moveTo>
                    <a:pt x="234" y="21492"/>
                  </a:moveTo>
                  <a:lnTo>
                    <a:pt x="234" y="70317"/>
                  </a:lnTo>
                  <a:lnTo>
                    <a:pt x="15886" y="70317"/>
                  </a:lnTo>
                  <a:lnTo>
                    <a:pt x="15886" y="21492"/>
                  </a:lnTo>
                  <a:close/>
                  <a:moveTo>
                    <a:pt x="56564" y="19886"/>
                  </a:moveTo>
                  <a:cubicBezTo>
                    <a:pt x="49899" y="19886"/>
                    <a:pt x="43331" y="22967"/>
                    <a:pt x="40649" y="28033"/>
                  </a:cubicBezTo>
                  <a:lnTo>
                    <a:pt x="40649" y="21492"/>
                  </a:lnTo>
                  <a:lnTo>
                    <a:pt x="25231" y="21492"/>
                  </a:lnTo>
                  <a:lnTo>
                    <a:pt x="25231" y="70317"/>
                  </a:lnTo>
                  <a:lnTo>
                    <a:pt x="40649" y="70317"/>
                  </a:lnTo>
                  <a:lnTo>
                    <a:pt x="40649" y="44620"/>
                  </a:lnTo>
                  <a:cubicBezTo>
                    <a:pt x="40649" y="37328"/>
                    <a:pt x="45481" y="33400"/>
                    <a:pt x="50201" y="33400"/>
                  </a:cubicBezTo>
                  <a:cubicBezTo>
                    <a:pt x="54704" y="33400"/>
                    <a:pt x="59104" y="36977"/>
                    <a:pt x="59104" y="44620"/>
                  </a:cubicBezTo>
                  <a:lnTo>
                    <a:pt x="59104" y="70317"/>
                  </a:lnTo>
                  <a:lnTo>
                    <a:pt x="74756" y="70317"/>
                  </a:lnTo>
                  <a:lnTo>
                    <a:pt x="74756" y="39480"/>
                  </a:lnTo>
                  <a:cubicBezTo>
                    <a:pt x="74756" y="25516"/>
                    <a:pt x="65572" y="19886"/>
                    <a:pt x="56564" y="1988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4600" bIns="8460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71" name="Google Shape;483;p3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72" name="Google Shape;484;p3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73" name="Google Shape;485;p3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74" name="Google Shape;486;p3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75" name="Google Shape;487;p3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492;p32"/>
          <p:cNvSpPr/>
          <p:nvPr/>
        </p:nvSpPr>
        <p:spPr>
          <a:xfrm>
            <a:off x="565920" y="552600"/>
            <a:ext cx="4290480" cy="4290480"/>
          </a:xfrm>
          <a:prstGeom prst="ellipse">
            <a:avLst/>
          </a:prstGeom>
          <a:noFill/>
          <a:ln w="9360">
            <a:solidFill>
              <a:srgbClr val="efefef"/>
            </a:solidFill>
            <a:prstDash val="dot"/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77" name="Google Shape;493;p32"/>
          <p:cNvSpPr/>
          <p:nvPr/>
        </p:nvSpPr>
        <p:spPr>
          <a:xfrm>
            <a:off x="1000440" y="2351160"/>
            <a:ext cx="342180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Место для круглой фотографии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1400" b="0" u="none" strike="noStrike">
                <a:solidFill>
                  <a:srgbClr val="efefef"/>
                </a:solidFill>
                <a:effectLst/>
                <a:uFillTx/>
                <a:latin typeface="Proxima Nova"/>
                <a:ea typeface="Proxima Nova"/>
              </a:rPr>
              <a:t>(изображение должно накрывать пунктирный радиус)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268680" y="980280"/>
            <a:ext cx="9596520" cy="248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9" name="Google Shape;497;p32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80" name="Google Shape;498;p32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81" name="Google Shape;499;p32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82" name="Google Shape;500;p32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83" name="Google Shape;501;p32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84" name="Google Shape;503;p32"/>
          <p:cNvSpPr/>
          <p:nvPr/>
        </p:nvSpPr>
        <p:spPr>
          <a:xfrm>
            <a:off x="551880" y="5472000"/>
            <a:ext cx="285804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000" b="0" u="none" strike="noStrike">
                <a:solidFill>
                  <a:schemeClr val="lt1"/>
                </a:solidFill>
                <a:effectLst/>
                <a:uFillTx/>
                <a:latin typeface="Proxima Nova"/>
                <a:ea typeface="Proxima Nova"/>
              </a:rPr>
              <a:t>О спикере</a:t>
            </a:r>
            <a:endParaRPr lang="ru-RU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Google Shape;504;p32"/>
          <p:cNvSpPr/>
          <p:nvPr/>
        </p:nvSpPr>
        <p:spPr>
          <a:xfrm>
            <a:off x="551880" y="8561880"/>
            <a:ext cx="28580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1800" b="0" u="none" strike="noStrike">
                <a:solidFill>
                  <a:schemeClr val="lt1"/>
                </a:solidFill>
                <a:effectLst/>
                <a:uFillTx/>
                <a:latin typeface="Proxima Nova"/>
                <a:ea typeface="Proxima Nova"/>
              </a:rPr>
              <a:t>Аккаунты в соц.сетях: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586" name="Google Shape;505;p32"/>
          <p:cNvGrpSpPr/>
          <p:nvPr/>
        </p:nvGrpSpPr>
        <p:grpSpPr>
          <a:xfrm>
            <a:off x="6269040" y="8402760"/>
            <a:ext cx="496440" cy="499680"/>
            <a:chOff x="6269040" y="8402760"/>
            <a:chExt cx="496440" cy="499680"/>
          </a:xfrm>
        </p:grpSpPr>
        <p:sp>
          <p:nvSpPr>
            <p:cNvPr id="587" name="Google Shape;506;p32"/>
            <p:cNvSpPr/>
            <p:nvPr/>
          </p:nvSpPr>
          <p:spPr>
            <a:xfrm>
              <a:off x="6269040" y="8402760"/>
              <a:ext cx="496440" cy="499680"/>
            </a:xfrm>
            <a:custGeom>
              <a:avLst/>
              <a:gdLst>
                <a:gd name="textAreaLeft" fmla="*/ 0 w 496440"/>
                <a:gd name="textAreaRight" fmla="*/ 496800 w 496440"/>
                <a:gd name="textAreaTop" fmla="*/ 0 h 499680"/>
                <a:gd name="textAreaBottom" fmla="*/ 500040 h 499680"/>
              </a:gdLst>
              <a:ahLst/>
              <a:cxnLst/>
              <a:rect l="textAreaLeft" t="textAreaTop" r="textAreaRight" b="textAreaBottom"/>
              <a:pathLst>
                <a:path w="196232" h="196232">
                  <a:moveTo>
                    <a:pt x="97968" y="0"/>
                  </a:moveTo>
                  <a:cubicBezTo>
                    <a:pt x="43804" y="0"/>
                    <a:pt x="0" y="43804"/>
                    <a:pt x="0" y="97968"/>
                  </a:cubicBezTo>
                  <a:cubicBezTo>
                    <a:pt x="0" y="152131"/>
                    <a:pt x="43804" y="196231"/>
                    <a:pt x="97968" y="196231"/>
                  </a:cubicBezTo>
                  <a:cubicBezTo>
                    <a:pt x="152131" y="196231"/>
                    <a:pt x="196231" y="152131"/>
                    <a:pt x="196231" y="97968"/>
                  </a:cubicBezTo>
                  <a:cubicBezTo>
                    <a:pt x="195935" y="43804"/>
                    <a:pt x="152131" y="0"/>
                    <a:pt x="97968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88" name="Google Shape;507;p32"/>
            <p:cNvSpPr/>
            <p:nvPr/>
          </p:nvSpPr>
          <p:spPr>
            <a:xfrm>
              <a:off x="6466320" y="8544600"/>
              <a:ext cx="111960" cy="207000"/>
            </a:xfrm>
            <a:custGeom>
              <a:avLst/>
              <a:gdLst>
                <a:gd name="textAreaLeft" fmla="*/ 0 w 111960"/>
                <a:gd name="textAreaRight" fmla="*/ 112320 w 111960"/>
                <a:gd name="textAreaTop" fmla="*/ 0 h 207000"/>
                <a:gd name="textAreaBottom" fmla="*/ 207360 h 207000"/>
              </a:gdLst>
              <a:ahLst/>
              <a:cxnLst/>
              <a:rect l="textAreaLeft" t="textAreaTop" r="textAreaRight" b="textAreaBottom"/>
              <a:pathLst>
                <a:path w="44397" h="81394">
                  <a:moveTo>
                    <a:pt x="32262" y="0"/>
                  </a:moveTo>
                  <a:cubicBezTo>
                    <a:pt x="20719" y="0"/>
                    <a:pt x="12431" y="6512"/>
                    <a:pt x="12431" y="18943"/>
                  </a:cubicBezTo>
                  <a:lnTo>
                    <a:pt x="12431" y="30486"/>
                  </a:lnTo>
                  <a:lnTo>
                    <a:pt x="0" y="30486"/>
                  </a:lnTo>
                  <a:lnTo>
                    <a:pt x="0" y="46764"/>
                  </a:lnTo>
                  <a:lnTo>
                    <a:pt x="12431" y="46764"/>
                  </a:lnTo>
                  <a:lnTo>
                    <a:pt x="12431" y="81393"/>
                  </a:lnTo>
                  <a:lnTo>
                    <a:pt x="29598" y="81393"/>
                  </a:lnTo>
                  <a:lnTo>
                    <a:pt x="29598" y="46764"/>
                  </a:lnTo>
                  <a:lnTo>
                    <a:pt x="39957" y="46764"/>
                  </a:lnTo>
                  <a:lnTo>
                    <a:pt x="44397" y="30486"/>
                  </a:lnTo>
                  <a:lnTo>
                    <a:pt x="29598" y="30486"/>
                  </a:lnTo>
                  <a:lnTo>
                    <a:pt x="29598" y="22198"/>
                  </a:lnTo>
                  <a:cubicBezTo>
                    <a:pt x="29598" y="18055"/>
                    <a:pt x="29598" y="14207"/>
                    <a:pt x="37885" y="14207"/>
                  </a:cubicBezTo>
                  <a:lnTo>
                    <a:pt x="44397" y="14207"/>
                  </a:lnTo>
                  <a:lnTo>
                    <a:pt x="44397" y="296"/>
                  </a:lnTo>
                  <a:cubicBezTo>
                    <a:pt x="42917" y="296"/>
                    <a:pt x="37589" y="0"/>
                    <a:pt x="32262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89" name="Google Shape;508;p32"/>
          <p:cNvGrpSpPr/>
          <p:nvPr/>
        </p:nvGrpSpPr>
        <p:grpSpPr>
          <a:xfrm>
            <a:off x="6268680" y="9144360"/>
            <a:ext cx="497160" cy="500040"/>
            <a:chOff x="6268680" y="9144360"/>
            <a:chExt cx="497160" cy="500040"/>
          </a:xfrm>
        </p:grpSpPr>
        <p:sp>
          <p:nvSpPr>
            <p:cNvPr id="590" name="Google Shape;509;p32"/>
            <p:cNvSpPr/>
            <p:nvPr/>
          </p:nvSpPr>
          <p:spPr>
            <a:xfrm>
              <a:off x="6268680" y="9144360"/>
              <a:ext cx="497160" cy="50004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91" name="Google Shape;510;p32"/>
            <p:cNvSpPr/>
            <p:nvPr/>
          </p:nvSpPr>
          <p:spPr>
            <a:xfrm>
              <a:off x="6415920" y="9292320"/>
              <a:ext cx="209520" cy="210960"/>
            </a:xfrm>
            <a:custGeom>
              <a:avLst/>
              <a:gdLst>
                <a:gd name="textAreaLeft" fmla="*/ 0 w 209520"/>
                <a:gd name="textAreaRight" fmla="*/ 209880 w 209520"/>
                <a:gd name="textAreaTop" fmla="*/ 0 h 210960"/>
                <a:gd name="textAreaBottom" fmla="*/ 211320 h 210960"/>
              </a:gdLst>
              <a:ahLst/>
              <a:cxnLst/>
              <a:rect l="textAreaLeft" t="textAreaTop" r="textAreaRight" b="textAreaBottom"/>
              <a:pathLst>
                <a:path w="87606" h="87606">
                  <a:moveTo>
                    <a:pt x="66580" y="15186"/>
                  </a:moveTo>
                  <a:cubicBezTo>
                    <a:pt x="68216" y="15186"/>
                    <a:pt x="69617" y="15887"/>
                    <a:pt x="70552" y="16821"/>
                  </a:cubicBezTo>
                  <a:cubicBezTo>
                    <a:pt x="71486" y="17755"/>
                    <a:pt x="72187" y="19157"/>
                    <a:pt x="72187" y="20792"/>
                  </a:cubicBezTo>
                  <a:cubicBezTo>
                    <a:pt x="72187" y="22194"/>
                    <a:pt x="71486" y="23596"/>
                    <a:pt x="70552" y="24530"/>
                  </a:cubicBezTo>
                  <a:cubicBezTo>
                    <a:pt x="69617" y="25698"/>
                    <a:pt x="68216" y="26166"/>
                    <a:pt x="66580" y="26166"/>
                  </a:cubicBezTo>
                  <a:cubicBezTo>
                    <a:pt x="65179" y="26166"/>
                    <a:pt x="63777" y="25698"/>
                    <a:pt x="62843" y="24530"/>
                  </a:cubicBezTo>
                  <a:cubicBezTo>
                    <a:pt x="61675" y="23596"/>
                    <a:pt x="61207" y="22194"/>
                    <a:pt x="61207" y="20792"/>
                  </a:cubicBezTo>
                  <a:cubicBezTo>
                    <a:pt x="61207" y="19157"/>
                    <a:pt x="61675" y="17755"/>
                    <a:pt x="62843" y="16821"/>
                  </a:cubicBezTo>
                  <a:cubicBezTo>
                    <a:pt x="63777" y="15887"/>
                    <a:pt x="65179" y="15186"/>
                    <a:pt x="66580" y="15186"/>
                  </a:cubicBezTo>
                  <a:close/>
                  <a:moveTo>
                    <a:pt x="43686" y="30604"/>
                  </a:moveTo>
                  <a:cubicBezTo>
                    <a:pt x="40182" y="30604"/>
                    <a:pt x="36912" y="32006"/>
                    <a:pt x="34342" y="34342"/>
                  </a:cubicBezTo>
                  <a:cubicBezTo>
                    <a:pt x="32006" y="36912"/>
                    <a:pt x="30604" y="40182"/>
                    <a:pt x="30604" y="43686"/>
                  </a:cubicBezTo>
                  <a:cubicBezTo>
                    <a:pt x="30604" y="47191"/>
                    <a:pt x="32006" y="50461"/>
                    <a:pt x="34342" y="53031"/>
                  </a:cubicBezTo>
                  <a:cubicBezTo>
                    <a:pt x="36912" y="55367"/>
                    <a:pt x="40182" y="56769"/>
                    <a:pt x="43686" y="56769"/>
                  </a:cubicBezTo>
                  <a:cubicBezTo>
                    <a:pt x="47191" y="56769"/>
                    <a:pt x="50461" y="55367"/>
                    <a:pt x="53031" y="53031"/>
                  </a:cubicBezTo>
                  <a:cubicBezTo>
                    <a:pt x="55367" y="50461"/>
                    <a:pt x="56769" y="47191"/>
                    <a:pt x="56769" y="43686"/>
                  </a:cubicBezTo>
                  <a:cubicBezTo>
                    <a:pt x="56769" y="40182"/>
                    <a:pt x="55367" y="36912"/>
                    <a:pt x="53031" y="34342"/>
                  </a:cubicBezTo>
                  <a:cubicBezTo>
                    <a:pt x="50461" y="32006"/>
                    <a:pt x="47191" y="30604"/>
                    <a:pt x="43686" y="30604"/>
                  </a:cubicBezTo>
                  <a:close/>
                  <a:moveTo>
                    <a:pt x="43686" y="21727"/>
                  </a:moveTo>
                  <a:cubicBezTo>
                    <a:pt x="49527" y="21727"/>
                    <a:pt x="55133" y="24063"/>
                    <a:pt x="59105" y="28268"/>
                  </a:cubicBezTo>
                  <a:cubicBezTo>
                    <a:pt x="63310" y="32239"/>
                    <a:pt x="65646" y="37846"/>
                    <a:pt x="65646" y="43686"/>
                  </a:cubicBezTo>
                  <a:cubicBezTo>
                    <a:pt x="65646" y="49527"/>
                    <a:pt x="63310" y="55133"/>
                    <a:pt x="59105" y="59105"/>
                  </a:cubicBezTo>
                  <a:cubicBezTo>
                    <a:pt x="55133" y="63310"/>
                    <a:pt x="49527" y="65646"/>
                    <a:pt x="43686" y="65646"/>
                  </a:cubicBezTo>
                  <a:cubicBezTo>
                    <a:pt x="37846" y="65646"/>
                    <a:pt x="32239" y="63310"/>
                    <a:pt x="28268" y="59105"/>
                  </a:cubicBezTo>
                  <a:cubicBezTo>
                    <a:pt x="24063" y="55133"/>
                    <a:pt x="21727" y="49527"/>
                    <a:pt x="21727" y="43686"/>
                  </a:cubicBezTo>
                  <a:cubicBezTo>
                    <a:pt x="21727" y="37846"/>
                    <a:pt x="24063" y="32239"/>
                    <a:pt x="28268" y="28268"/>
                  </a:cubicBezTo>
                  <a:cubicBezTo>
                    <a:pt x="32239" y="24063"/>
                    <a:pt x="37846" y="21727"/>
                    <a:pt x="43686" y="21727"/>
                  </a:cubicBezTo>
                  <a:close/>
                  <a:moveTo>
                    <a:pt x="43686" y="1"/>
                  </a:moveTo>
                  <a:cubicBezTo>
                    <a:pt x="31772" y="1"/>
                    <a:pt x="30371" y="1"/>
                    <a:pt x="25698" y="235"/>
                  </a:cubicBezTo>
                  <a:cubicBezTo>
                    <a:pt x="21026" y="468"/>
                    <a:pt x="17755" y="1169"/>
                    <a:pt x="14952" y="2103"/>
                  </a:cubicBezTo>
                  <a:cubicBezTo>
                    <a:pt x="12149" y="3272"/>
                    <a:pt x="9345" y="4907"/>
                    <a:pt x="7243" y="7243"/>
                  </a:cubicBezTo>
                  <a:cubicBezTo>
                    <a:pt x="4907" y="9345"/>
                    <a:pt x="3272" y="12149"/>
                    <a:pt x="2103" y="14952"/>
                  </a:cubicBezTo>
                  <a:cubicBezTo>
                    <a:pt x="1169" y="17755"/>
                    <a:pt x="468" y="21026"/>
                    <a:pt x="235" y="25698"/>
                  </a:cubicBezTo>
                  <a:cubicBezTo>
                    <a:pt x="1" y="30371"/>
                    <a:pt x="1" y="31772"/>
                    <a:pt x="1" y="43686"/>
                  </a:cubicBezTo>
                  <a:cubicBezTo>
                    <a:pt x="1" y="55601"/>
                    <a:pt x="1" y="57002"/>
                    <a:pt x="235" y="61675"/>
                  </a:cubicBezTo>
                  <a:cubicBezTo>
                    <a:pt x="468" y="66347"/>
                    <a:pt x="1169" y="69617"/>
                    <a:pt x="2103" y="72421"/>
                  </a:cubicBezTo>
                  <a:cubicBezTo>
                    <a:pt x="3272" y="75224"/>
                    <a:pt x="4907" y="78027"/>
                    <a:pt x="7243" y="80130"/>
                  </a:cubicBezTo>
                  <a:cubicBezTo>
                    <a:pt x="9345" y="82466"/>
                    <a:pt x="12149" y="84101"/>
                    <a:pt x="14952" y="85269"/>
                  </a:cubicBezTo>
                  <a:cubicBezTo>
                    <a:pt x="17755" y="86204"/>
                    <a:pt x="21026" y="86905"/>
                    <a:pt x="25698" y="87138"/>
                  </a:cubicBezTo>
                  <a:cubicBezTo>
                    <a:pt x="30371" y="87372"/>
                    <a:pt x="31772" y="87605"/>
                    <a:pt x="43686" y="87605"/>
                  </a:cubicBezTo>
                  <a:cubicBezTo>
                    <a:pt x="55601" y="87605"/>
                    <a:pt x="57002" y="87372"/>
                    <a:pt x="61675" y="87138"/>
                  </a:cubicBezTo>
                  <a:cubicBezTo>
                    <a:pt x="66347" y="86905"/>
                    <a:pt x="69617" y="86204"/>
                    <a:pt x="72421" y="85269"/>
                  </a:cubicBezTo>
                  <a:cubicBezTo>
                    <a:pt x="75224" y="84101"/>
                    <a:pt x="78027" y="82466"/>
                    <a:pt x="80130" y="80130"/>
                  </a:cubicBezTo>
                  <a:cubicBezTo>
                    <a:pt x="82466" y="78027"/>
                    <a:pt x="84101" y="75224"/>
                    <a:pt x="85269" y="72421"/>
                  </a:cubicBezTo>
                  <a:cubicBezTo>
                    <a:pt x="86204" y="69617"/>
                    <a:pt x="86905" y="66347"/>
                    <a:pt x="87138" y="61675"/>
                  </a:cubicBezTo>
                  <a:cubicBezTo>
                    <a:pt x="87372" y="57002"/>
                    <a:pt x="87605" y="55601"/>
                    <a:pt x="87605" y="43686"/>
                  </a:cubicBezTo>
                  <a:cubicBezTo>
                    <a:pt x="87605" y="31772"/>
                    <a:pt x="87372" y="30371"/>
                    <a:pt x="87138" y="25698"/>
                  </a:cubicBezTo>
                  <a:cubicBezTo>
                    <a:pt x="86905" y="21026"/>
                    <a:pt x="86204" y="17755"/>
                    <a:pt x="85269" y="14952"/>
                  </a:cubicBezTo>
                  <a:cubicBezTo>
                    <a:pt x="84101" y="12149"/>
                    <a:pt x="82466" y="9345"/>
                    <a:pt x="80130" y="7243"/>
                  </a:cubicBezTo>
                  <a:cubicBezTo>
                    <a:pt x="77794" y="4907"/>
                    <a:pt x="75224" y="3272"/>
                    <a:pt x="72421" y="2103"/>
                  </a:cubicBezTo>
                  <a:cubicBezTo>
                    <a:pt x="69617" y="1169"/>
                    <a:pt x="66347" y="468"/>
                    <a:pt x="61675" y="235"/>
                  </a:cubicBezTo>
                  <a:cubicBezTo>
                    <a:pt x="57002" y="1"/>
                    <a:pt x="55601" y="1"/>
                    <a:pt x="43686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92" name="Google Shape;511;p32"/>
          <p:cNvGrpSpPr/>
          <p:nvPr/>
        </p:nvGrpSpPr>
        <p:grpSpPr>
          <a:xfrm>
            <a:off x="11974320" y="8402400"/>
            <a:ext cx="497880" cy="500040"/>
            <a:chOff x="11974320" y="8402400"/>
            <a:chExt cx="497880" cy="500040"/>
          </a:xfrm>
        </p:grpSpPr>
        <p:sp>
          <p:nvSpPr>
            <p:cNvPr id="593" name="Google Shape;512;p32"/>
            <p:cNvSpPr/>
            <p:nvPr/>
          </p:nvSpPr>
          <p:spPr>
            <a:xfrm>
              <a:off x="11974320" y="8402400"/>
              <a:ext cx="497880" cy="500040"/>
            </a:xfrm>
            <a:custGeom>
              <a:avLst/>
              <a:gdLst>
                <a:gd name="textAreaLeft" fmla="*/ 0 w 497880"/>
                <a:gd name="textAreaRight" fmla="*/ 498240 w 49788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94" name="Google Shape;513;p32"/>
            <p:cNvSpPr/>
            <p:nvPr/>
          </p:nvSpPr>
          <p:spPr>
            <a:xfrm>
              <a:off x="12100320" y="8543520"/>
              <a:ext cx="239400" cy="218160"/>
            </a:xfrm>
            <a:custGeom>
              <a:avLst/>
              <a:gdLst>
                <a:gd name="textAreaLeft" fmla="*/ 0 w 239400"/>
                <a:gd name="textAreaRight" fmla="*/ 239760 w 239400"/>
                <a:gd name="textAreaTop" fmla="*/ 0 h 218160"/>
                <a:gd name="textAreaBottom" fmla="*/ 218520 h 218160"/>
              </a:gdLst>
              <a:ahLst/>
              <a:cxnLst/>
              <a:rect l="textAreaLeft" t="textAreaTop" r="textAreaRight" b="textAreaBottom"/>
              <a:pathLst>
                <a:path w="99753" h="90562">
                  <a:moveTo>
                    <a:pt x="91810" y="7943"/>
                  </a:moveTo>
                  <a:cubicBezTo>
                    <a:pt x="91810" y="8176"/>
                    <a:pt x="91810" y="8176"/>
                    <a:pt x="91810" y="8644"/>
                  </a:cubicBezTo>
                  <a:lnTo>
                    <a:pt x="77559" y="81998"/>
                  </a:lnTo>
                  <a:cubicBezTo>
                    <a:pt x="77559" y="82231"/>
                    <a:pt x="77326" y="82465"/>
                    <a:pt x="77092" y="82699"/>
                  </a:cubicBezTo>
                  <a:cubicBezTo>
                    <a:pt x="76995" y="82795"/>
                    <a:pt x="76899" y="82852"/>
                    <a:pt x="76735" y="82852"/>
                  </a:cubicBezTo>
                  <a:cubicBezTo>
                    <a:pt x="76505" y="82852"/>
                    <a:pt x="76141" y="82739"/>
                    <a:pt x="75457" y="82465"/>
                  </a:cubicBezTo>
                  <a:lnTo>
                    <a:pt x="52796" y="64944"/>
                  </a:lnTo>
                  <a:lnTo>
                    <a:pt x="39247" y="77559"/>
                  </a:lnTo>
                  <a:lnTo>
                    <a:pt x="42050" y="59104"/>
                  </a:lnTo>
                  <a:lnTo>
                    <a:pt x="78961" y="24062"/>
                  </a:lnTo>
                  <a:cubicBezTo>
                    <a:pt x="80363" y="22660"/>
                    <a:pt x="79895" y="22427"/>
                    <a:pt x="79895" y="22427"/>
                  </a:cubicBezTo>
                  <a:cubicBezTo>
                    <a:pt x="79895" y="21679"/>
                    <a:pt x="79522" y="21455"/>
                    <a:pt x="79073" y="21455"/>
                  </a:cubicBezTo>
                  <a:cubicBezTo>
                    <a:pt x="78400" y="21455"/>
                    <a:pt x="77559" y="21960"/>
                    <a:pt x="77559" y="21960"/>
                  </a:cubicBezTo>
                  <a:lnTo>
                    <a:pt x="31071" y="51161"/>
                  </a:lnTo>
                  <a:lnTo>
                    <a:pt x="31071" y="50927"/>
                  </a:lnTo>
                  <a:lnTo>
                    <a:pt x="8877" y="43452"/>
                  </a:lnTo>
                  <a:lnTo>
                    <a:pt x="8877" y="43218"/>
                  </a:lnTo>
                  <a:lnTo>
                    <a:pt x="9111" y="43218"/>
                  </a:lnTo>
                  <a:cubicBezTo>
                    <a:pt x="9111" y="43218"/>
                    <a:pt x="28968" y="34808"/>
                    <a:pt x="49292" y="26165"/>
                  </a:cubicBezTo>
                  <a:cubicBezTo>
                    <a:pt x="59338" y="21726"/>
                    <a:pt x="69616" y="17287"/>
                    <a:pt x="77326" y="14017"/>
                  </a:cubicBezTo>
                  <a:cubicBezTo>
                    <a:pt x="85268" y="10746"/>
                    <a:pt x="91109" y="8176"/>
                    <a:pt x="91342" y="8176"/>
                  </a:cubicBezTo>
                  <a:cubicBezTo>
                    <a:pt x="91810" y="7943"/>
                    <a:pt x="91576" y="7943"/>
                    <a:pt x="91810" y="7943"/>
                  </a:cubicBezTo>
                  <a:close/>
                  <a:moveTo>
                    <a:pt x="92277" y="0"/>
                  </a:moveTo>
                  <a:cubicBezTo>
                    <a:pt x="90875" y="0"/>
                    <a:pt x="89707" y="467"/>
                    <a:pt x="88539" y="934"/>
                  </a:cubicBezTo>
                  <a:cubicBezTo>
                    <a:pt x="87605" y="1402"/>
                    <a:pt x="82232" y="3504"/>
                    <a:pt x="74522" y="6775"/>
                  </a:cubicBezTo>
                  <a:lnTo>
                    <a:pt x="46255" y="18923"/>
                  </a:lnTo>
                  <a:cubicBezTo>
                    <a:pt x="25931" y="27566"/>
                    <a:pt x="6074" y="35976"/>
                    <a:pt x="6074" y="35976"/>
                  </a:cubicBezTo>
                  <a:lnTo>
                    <a:pt x="6308" y="35976"/>
                  </a:lnTo>
                  <a:cubicBezTo>
                    <a:pt x="6308" y="35976"/>
                    <a:pt x="4906" y="36443"/>
                    <a:pt x="3504" y="37378"/>
                  </a:cubicBezTo>
                  <a:cubicBezTo>
                    <a:pt x="2803" y="38079"/>
                    <a:pt x="1869" y="38780"/>
                    <a:pt x="1402" y="39714"/>
                  </a:cubicBezTo>
                  <a:cubicBezTo>
                    <a:pt x="701" y="40649"/>
                    <a:pt x="0" y="42284"/>
                    <a:pt x="234" y="43919"/>
                  </a:cubicBezTo>
                  <a:cubicBezTo>
                    <a:pt x="701" y="46722"/>
                    <a:pt x="2336" y="48358"/>
                    <a:pt x="3738" y="49292"/>
                  </a:cubicBezTo>
                  <a:cubicBezTo>
                    <a:pt x="4906" y="50227"/>
                    <a:pt x="6308" y="50694"/>
                    <a:pt x="6308" y="50694"/>
                  </a:cubicBezTo>
                  <a:lnTo>
                    <a:pt x="24997" y="57001"/>
                  </a:lnTo>
                  <a:cubicBezTo>
                    <a:pt x="25697" y="59805"/>
                    <a:pt x="30603" y="75924"/>
                    <a:pt x="31771" y="79662"/>
                  </a:cubicBezTo>
                  <a:cubicBezTo>
                    <a:pt x="32472" y="81998"/>
                    <a:pt x="33173" y="83400"/>
                    <a:pt x="33874" y="84334"/>
                  </a:cubicBezTo>
                  <a:cubicBezTo>
                    <a:pt x="34341" y="85035"/>
                    <a:pt x="34808" y="85502"/>
                    <a:pt x="35509" y="85736"/>
                  </a:cubicBezTo>
                  <a:cubicBezTo>
                    <a:pt x="35743" y="85969"/>
                    <a:pt x="35976" y="86203"/>
                    <a:pt x="36444" y="86203"/>
                  </a:cubicBezTo>
                  <a:lnTo>
                    <a:pt x="36677" y="86203"/>
                  </a:lnTo>
                  <a:cubicBezTo>
                    <a:pt x="37285" y="86390"/>
                    <a:pt x="37864" y="86465"/>
                    <a:pt x="38402" y="86465"/>
                  </a:cubicBezTo>
                  <a:cubicBezTo>
                    <a:pt x="40555" y="86465"/>
                    <a:pt x="42050" y="85268"/>
                    <a:pt x="42050" y="85268"/>
                  </a:cubicBezTo>
                  <a:lnTo>
                    <a:pt x="42284" y="85268"/>
                  </a:lnTo>
                  <a:lnTo>
                    <a:pt x="53264" y="74989"/>
                  </a:lnTo>
                  <a:lnTo>
                    <a:pt x="71719" y="89473"/>
                  </a:lnTo>
                  <a:lnTo>
                    <a:pt x="72186" y="89707"/>
                  </a:lnTo>
                  <a:cubicBezTo>
                    <a:pt x="73559" y="90308"/>
                    <a:pt x="74963" y="90562"/>
                    <a:pt x="76294" y="90562"/>
                  </a:cubicBezTo>
                  <a:cubicBezTo>
                    <a:pt x="78589" y="90562"/>
                    <a:pt x="80668" y="89807"/>
                    <a:pt x="81998" y="88773"/>
                  </a:cubicBezTo>
                  <a:cubicBezTo>
                    <a:pt x="83867" y="86904"/>
                    <a:pt x="84801" y="84801"/>
                    <a:pt x="84801" y="84801"/>
                  </a:cubicBezTo>
                  <a:lnTo>
                    <a:pt x="84801" y="84568"/>
                  </a:lnTo>
                  <a:lnTo>
                    <a:pt x="99052" y="10279"/>
                  </a:lnTo>
                  <a:cubicBezTo>
                    <a:pt x="99519" y="8410"/>
                    <a:pt x="99752" y="6775"/>
                    <a:pt x="99285" y="5139"/>
                  </a:cubicBezTo>
                  <a:cubicBezTo>
                    <a:pt x="98818" y="3504"/>
                    <a:pt x="97650" y="1869"/>
                    <a:pt x="96248" y="1168"/>
                  </a:cubicBezTo>
                  <a:cubicBezTo>
                    <a:pt x="95080" y="234"/>
                    <a:pt x="93679" y="0"/>
                    <a:pt x="92277" y="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595" name="Google Shape;514;p32"/>
          <p:cNvGrpSpPr/>
          <p:nvPr/>
        </p:nvGrpSpPr>
        <p:grpSpPr>
          <a:xfrm>
            <a:off x="11974320" y="9144360"/>
            <a:ext cx="497880" cy="500040"/>
            <a:chOff x="11974320" y="9144360"/>
            <a:chExt cx="497880" cy="500040"/>
          </a:xfrm>
        </p:grpSpPr>
        <p:sp>
          <p:nvSpPr>
            <p:cNvPr id="596" name="Google Shape;515;p32"/>
            <p:cNvSpPr/>
            <p:nvPr/>
          </p:nvSpPr>
          <p:spPr>
            <a:xfrm>
              <a:off x="11974320" y="9144360"/>
              <a:ext cx="497880" cy="500040"/>
            </a:xfrm>
            <a:custGeom>
              <a:avLst/>
              <a:gdLst>
                <a:gd name="textAreaLeft" fmla="*/ 0 w 497880"/>
                <a:gd name="textAreaRight" fmla="*/ 498240 w 497880"/>
                <a:gd name="textAreaTop" fmla="*/ 0 h 500040"/>
                <a:gd name="textAreaBottom" fmla="*/ 500400 h 5000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4bd0a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97" name="Google Shape;516;p32"/>
            <p:cNvSpPr/>
            <p:nvPr/>
          </p:nvSpPr>
          <p:spPr>
            <a:xfrm>
              <a:off x="12142800" y="9295200"/>
              <a:ext cx="179280" cy="169200"/>
            </a:xfrm>
            <a:custGeom>
              <a:avLst/>
              <a:gdLst>
                <a:gd name="textAreaLeft" fmla="*/ 0 w 179280"/>
                <a:gd name="textAreaRight" fmla="*/ 179640 w 179280"/>
                <a:gd name="textAreaTop" fmla="*/ 0 h 169200"/>
                <a:gd name="textAreaBottom" fmla="*/ 169560 h 169200"/>
              </a:gdLst>
              <a:ahLst/>
              <a:cxnLst/>
              <a:rect l="textAreaLeft" t="textAreaTop" r="textAreaRight" b="textAreaBottom"/>
              <a:pathLst>
                <a:path w="74757" h="70318">
                  <a:moveTo>
                    <a:pt x="7943" y="0"/>
                  </a:moveTo>
                  <a:cubicBezTo>
                    <a:pt x="5841" y="0"/>
                    <a:pt x="3972" y="701"/>
                    <a:pt x="2337" y="2336"/>
                  </a:cubicBezTo>
                  <a:cubicBezTo>
                    <a:pt x="935" y="3738"/>
                    <a:pt x="1" y="5607"/>
                    <a:pt x="1" y="7709"/>
                  </a:cubicBezTo>
                  <a:cubicBezTo>
                    <a:pt x="1" y="9812"/>
                    <a:pt x="935" y="11914"/>
                    <a:pt x="2337" y="13316"/>
                  </a:cubicBezTo>
                  <a:cubicBezTo>
                    <a:pt x="3972" y="14718"/>
                    <a:pt x="5841" y="15652"/>
                    <a:pt x="7943" y="15652"/>
                  </a:cubicBezTo>
                  <a:cubicBezTo>
                    <a:pt x="10046" y="15652"/>
                    <a:pt x="11915" y="14718"/>
                    <a:pt x="13550" y="13316"/>
                  </a:cubicBezTo>
                  <a:cubicBezTo>
                    <a:pt x="14952" y="11914"/>
                    <a:pt x="15653" y="9812"/>
                    <a:pt x="15653" y="7709"/>
                  </a:cubicBezTo>
                  <a:cubicBezTo>
                    <a:pt x="15653" y="5840"/>
                    <a:pt x="14952" y="3738"/>
                    <a:pt x="13550" y="2336"/>
                  </a:cubicBezTo>
                  <a:cubicBezTo>
                    <a:pt x="11915" y="701"/>
                    <a:pt x="10046" y="0"/>
                    <a:pt x="7943" y="0"/>
                  </a:cubicBezTo>
                  <a:close/>
                  <a:moveTo>
                    <a:pt x="234" y="21492"/>
                  </a:moveTo>
                  <a:lnTo>
                    <a:pt x="234" y="70317"/>
                  </a:lnTo>
                  <a:lnTo>
                    <a:pt x="15886" y="70317"/>
                  </a:lnTo>
                  <a:lnTo>
                    <a:pt x="15886" y="21492"/>
                  </a:lnTo>
                  <a:close/>
                  <a:moveTo>
                    <a:pt x="56564" y="19886"/>
                  </a:moveTo>
                  <a:cubicBezTo>
                    <a:pt x="49899" y="19886"/>
                    <a:pt x="43331" y="22967"/>
                    <a:pt x="40649" y="28033"/>
                  </a:cubicBezTo>
                  <a:lnTo>
                    <a:pt x="40649" y="21492"/>
                  </a:lnTo>
                  <a:lnTo>
                    <a:pt x="25231" y="21492"/>
                  </a:lnTo>
                  <a:lnTo>
                    <a:pt x="25231" y="70317"/>
                  </a:lnTo>
                  <a:lnTo>
                    <a:pt x="40649" y="70317"/>
                  </a:lnTo>
                  <a:lnTo>
                    <a:pt x="40649" y="44620"/>
                  </a:lnTo>
                  <a:cubicBezTo>
                    <a:pt x="40649" y="37328"/>
                    <a:pt x="45481" y="33400"/>
                    <a:pt x="50201" y="33400"/>
                  </a:cubicBezTo>
                  <a:cubicBezTo>
                    <a:pt x="54704" y="33400"/>
                    <a:pt x="59104" y="36977"/>
                    <a:pt x="59104" y="44620"/>
                  </a:cubicBezTo>
                  <a:lnTo>
                    <a:pt x="59104" y="70317"/>
                  </a:lnTo>
                  <a:lnTo>
                    <a:pt x="74756" y="70317"/>
                  </a:lnTo>
                  <a:lnTo>
                    <a:pt x="74756" y="39480"/>
                  </a:lnTo>
                  <a:cubicBezTo>
                    <a:pt x="74756" y="25516"/>
                    <a:pt x="65572" y="19886"/>
                    <a:pt x="56564" y="1988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84600" bIns="8460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8" name="Google Shape;522;p3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599" name="Google Shape;523;p3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0" name="Google Shape;524;p3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1" name="Google Shape;525;p3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2" name="Google Shape;526;p3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603" name="Google Shape;527;p3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04" name="Google Shape;528;p3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5" name="Google Shape;529;p3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6" name="Google Shape;530;p3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07" name="Google Shape;531;p3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608" name="Google Shape;532;p3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09" name="Google Shape;533;p3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10" name="Google Shape;534;p3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11" name="Google Shape;535;p3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12" name="Google Shape;536;p3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13" name="PlaceHolder 1"/>
          <p:cNvSpPr>
            <a:spLocks noGrp="1"/>
          </p:cNvSpPr>
          <p:nvPr>
            <p:ph type="body"/>
          </p:nvPr>
        </p:nvSpPr>
        <p:spPr>
          <a:xfrm>
            <a:off x="541080" y="3452400"/>
            <a:ext cx="431532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538;p33"/>
          <p:cNvSpPr/>
          <p:nvPr/>
        </p:nvSpPr>
        <p:spPr>
          <a:xfrm>
            <a:off x="541080" y="228960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5" name="Google Shape;539;p33"/>
          <p:cNvSpPr/>
          <p:nvPr/>
        </p:nvSpPr>
        <p:spPr>
          <a:xfrm>
            <a:off x="6305760" y="228960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6" name="Google Shape;540;p33"/>
          <p:cNvSpPr/>
          <p:nvPr/>
        </p:nvSpPr>
        <p:spPr>
          <a:xfrm>
            <a:off x="12015360" y="228960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7" name="Google Shape;541;p33"/>
          <p:cNvSpPr/>
          <p:nvPr/>
        </p:nvSpPr>
        <p:spPr>
          <a:xfrm>
            <a:off x="541080" y="574956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8" name="Google Shape;542;p33"/>
          <p:cNvSpPr/>
          <p:nvPr/>
        </p:nvSpPr>
        <p:spPr>
          <a:xfrm>
            <a:off x="6305760" y="574956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19" name="Google Shape;543;p33"/>
          <p:cNvSpPr/>
          <p:nvPr/>
        </p:nvSpPr>
        <p:spPr>
          <a:xfrm>
            <a:off x="12015360" y="5749560"/>
            <a:ext cx="1150920" cy="1150920"/>
          </a:xfrm>
          <a:prstGeom prst="ellipse">
            <a:avLst/>
          </a:prstGeom>
          <a:noFill/>
          <a:ln w="28440">
            <a:solidFill>
              <a:srgbClr val="4bd0a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551880" y="6912000"/>
            <a:ext cx="431532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body"/>
          </p:nvPr>
        </p:nvSpPr>
        <p:spPr>
          <a:xfrm>
            <a:off x="6268680" y="3452400"/>
            <a:ext cx="454536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 type="body"/>
          </p:nvPr>
        </p:nvSpPr>
        <p:spPr>
          <a:xfrm>
            <a:off x="6268680" y="6912000"/>
            <a:ext cx="428724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 type="body"/>
          </p:nvPr>
        </p:nvSpPr>
        <p:spPr>
          <a:xfrm>
            <a:off x="11977920" y="3440520"/>
            <a:ext cx="4315320" cy="2228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PlaceHolder 6"/>
          <p:cNvSpPr>
            <a:spLocks noGrp="1"/>
          </p:cNvSpPr>
          <p:nvPr>
            <p:ph type="body"/>
          </p:nvPr>
        </p:nvSpPr>
        <p:spPr>
          <a:xfrm>
            <a:off x="11977920" y="6912000"/>
            <a:ext cx="4315320" cy="272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5" name="Google Shape;549;p33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26" name="Google Shape;550;p33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27" name="Google Shape;551;p33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28" name="Google Shape;552;p33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29" name="Google Shape;553;p33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30" name="PlaceHolder 7"/>
          <p:cNvSpPr>
            <a:spLocks noGrp="1"/>
          </p:cNvSpPr>
          <p:nvPr>
            <p:ph type="title"/>
          </p:nvPr>
        </p:nvSpPr>
        <p:spPr>
          <a:xfrm>
            <a:off x="551880" y="489600"/>
            <a:ext cx="14291640" cy="73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  <p:sldLayoutId id="2147483696" r:id="rId3"/>
    <p:sldLayoutId id="2147483697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859;p 1"/>
          <p:cNvSpPr/>
          <p:nvPr/>
        </p:nvSpPr>
        <p:spPr>
          <a:xfrm>
            <a:off x="14425200" y="723960"/>
            <a:ext cx="9562680" cy="956268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3" name="Google Shape;860;p 1"/>
          <p:cNvSpPr/>
          <p:nvPr/>
        </p:nvSpPr>
        <p:spPr>
          <a:xfrm>
            <a:off x="4854960" y="723960"/>
            <a:ext cx="9562680" cy="956268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54" name="Google Shape;861;p 1"/>
          <p:cNvSpPr/>
          <p:nvPr/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ru" sz="7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Классификация проектов объектов капитального строительства</a:t>
            </a:r>
            <a:r>
              <a:rPr lang="ru" sz="8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endParaRPr lang="ru-RU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5" name="Google Shape;863;p 1"/>
          <p:cNvGrpSpPr/>
          <p:nvPr/>
        </p:nvGrpSpPr>
        <p:grpSpPr>
          <a:xfrm>
            <a:off x="17479440" y="9377640"/>
            <a:ext cx="516600" cy="530280"/>
            <a:chOff x="17479440" y="9377640"/>
            <a:chExt cx="516600" cy="530280"/>
          </a:xfrm>
        </p:grpSpPr>
        <p:sp>
          <p:nvSpPr>
            <p:cNvPr id="656" name="Google Shape;864;p 1"/>
            <p:cNvSpPr/>
            <p:nvPr/>
          </p:nvSpPr>
          <p:spPr>
            <a:xfrm>
              <a:off x="1747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57" name="Google Shape;865;p 1"/>
            <p:cNvSpPr/>
            <p:nvPr/>
          </p:nvSpPr>
          <p:spPr>
            <a:xfrm>
              <a:off x="1747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58" name="Google Shape;866;p 1"/>
            <p:cNvSpPr/>
            <p:nvPr/>
          </p:nvSpPr>
          <p:spPr>
            <a:xfrm>
              <a:off x="17749440" y="937764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59" name="Google Shape;867;p 1"/>
            <p:cNvSpPr/>
            <p:nvPr/>
          </p:nvSpPr>
          <p:spPr>
            <a:xfrm>
              <a:off x="17749440" y="965556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660" name="Google Shape;1623;p 1"/>
          <p:cNvSpPr/>
          <p:nvPr/>
        </p:nvSpPr>
        <p:spPr>
          <a:xfrm>
            <a:off x="360000" y="7740000"/>
            <a:ext cx="12420000" cy="18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Евгений Тян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Студент курса: «Машинное обучение: фундаментальные инструменты и практики»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Ведущий инженер-программист Renga Software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1030;p 1"/>
          <p:cNvSpPr/>
          <p:nvPr/>
        </p:nvSpPr>
        <p:spPr>
          <a:xfrm>
            <a:off x="12611880" y="3974400"/>
            <a:ext cx="5675760" cy="56757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62" name="Google Shape;1031;p 2"/>
          <p:cNvSpPr/>
          <p:nvPr/>
        </p:nvSpPr>
        <p:spPr>
          <a:xfrm>
            <a:off x="6934320" y="3952800"/>
            <a:ext cx="5675760" cy="56757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1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1032;p 2"/>
          <p:cNvSpPr/>
          <p:nvPr/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Постановка задачи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741;p 1"/>
          <p:cNvSpPr/>
          <p:nvPr/>
        </p:nvSpPr>
        <p:spPr>
          <a:xfrm>
            <a:off x="720000" y="1800000"/>
            <a:ext cx="16200000" cy="75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Наша компания (Renga Software) занимается разработкой ПО для проектирования зданий и сооружений. В процессе внутреннего планирования нам понадобилось оценить объем и долю рынка проектирования зданий и сооружений, а также смежных областей.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Один из методов оценки доли рынка проектирования зданий и сооружений, который мы решили попробовать -  классификация проектов прошедших государственную экспертизу. Далее от этих проектов мы можем перейти к компаниям, количеству сотрудников, работающих в них и различным показателям экономической деятельности.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Google Shape;742;p 1"/>
          <p:cNvSpPr/>
          <p:nvPr/>
        </p:nvSpPr>
        <p:spPr>
          <a:xfrm>
            <a:off x="551880" y="489600"/>
            <a:ext cx="11328120" cy="14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0" u="none" strike="noStrike">
                <a:solidFill>
                  <a:srgbClr val="000000"/>
                </a:solidFill>
                <a:effectLst/>
                <a:uFillTx/>
                <a:latin typeface="Proxima Nova Semibold"/>
                <a:ea typeface="Proxima Nova Semibold"/>
              </a:rPr>
              <a:t>Описание задачи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6" name="Google Shape;1190;p 2"/>
          <p:cNvGrpSpPr/>
          <p:nvPr/>
        </p:nvGrpSpPr>
        <p:grpSpPr>
          <a:xfrm>
            <a:off x="558000" y="2952000"/>
            <a:ext cx="7139520" cy="2728440"/>
            <a:chOff x="558000" y="2952000"/>
            <a:chExt cx="7139520" cy="2728440"/>
          </a:xfrm>
        </p:grpSpPr>
        <p:sp>
          <p:nvSpPr>
            <p:cNvPr id="667" name="Google Shape;1191;p 3"/>
            <p:cNvSpPr/>
            <p:nvPr/>
          </p:nvSpPr>
          <p:spPr>
            <a:xfrm>
              <a:off x="1981080" y="2952000"/>
              <a:ext cx="5716440" cy="272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ОКВЭД не релевантен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ОКВЭД организации часто слабо отражает действительный вид деятельности компании. Компании меняют свой профиль не меняя ОКВЭД, имеют сразу несколько смежных кодов и т.п.. Под один ОКВЭД может подпадать несколько интересных нам категорий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8" name="Google Shape;1192;p 3"/>
            <p:cNvSpPr/>
            <p:nvPr/>
          </p:nvSpPr>
          <p:spPr>
            <a:xfrm>
              <a:off x="558000" y="2952000"/>
              <a:ext cx="1000440" cy="10004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9" name="Google Shape;1193;p 3"/>
          <p:cNvGrpSpPr/>
          <p:nvPr/>
        </p:nvGrpSpPr>
        <p:grpSpPr>
          <a:xfrm>
            <a:off x="551880" y="6418080"/>
            <a:ext cx="7145640" cy="2728440"/>
            <a:chOff x="551880" y="6418080"/>
            <a:chExt cx="7145640" cy="2728440"/>
          </a:xfrm>
        </p:grpSpPr>
        <p:sp>
          <p:nvSpPr>
            <p:cNvPr id="670" name="Google Shape;1194;p 3"/>
            <p:cNvSpPr/>
            <p:nvPr/>
          </p:nvSpPr>
          <p:spPr>
            <a:xfrm>
              <a:off x="1981080" y="6419880"/>
              <a:ext cx="5716440" cy="272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Хочется иметь инструмент под рукой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В процессе анализа появилось желание иметь инструмент для быстрой прикидки состояния рынка. То есть иметь возможность запустить классификацию в любой момент для разных наборов интересующих категорий.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1" name="Google Shape;1195;p 3"/>
            <p:cNvSpPr/>
            <p:nvPr/>
          </p:nvSpPr>
          <p:spPr>
            <a:xfrm>
              <a:off x="551880" y="6418080"/>
              <a:ext cx="997920" cy="997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2" name="Google Shape;1196;p 3"/>
          <p:cNvGrpSpPr/>
          <p:nvPr/>
        </p:nvGrpSpPr>
        <p:grpSpPr>
          <a:xfrm>
            <a:off x="9144000" y="6422400"/>
            <a:ext cx="7134840" cy="2723760"/>
            <a:chOff x="9144000" y="6422400"/>
            <a:chExt cx="7134840" cy="2723760"/>
          </a:xfrm>
        </p:grpSpPr>
        <p:sp>
          <p:nvSpPr>
            <p:cNvPr id="673" name="Google Shape;1197;p 3"/>
            <p:cNvSpPr/>
            <p:nvPr/>
          </p:nvSpPr>
          <p:spPr>
            <a:xfrm>
              <a:off x="10562400" y="6429240"/>
              <a:ext cx="5716440" cy="271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Простые инструменты BI не работают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Первичная классификация делалась простым поиском ключевых слов в названии проекта. Такой подход имеет ряд недостатков. В связи с чем я решил взять эту тему в качестве диплома с целью довести проект до переиспользуемого решения внутри компании.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Google Shape;1198;p 3"/>
            <p:cNvSpPr/>
            <p:nvPr/>
          </p:nvSpPr>
          <p:spPr>
            <a:xfrm>
              <a:off x="9144000" y="6422400"/>
              <a:ext cx="993240" cy="9932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4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5" name="Google Shape;1199;p 3"/>
          <p:cNvGrpSpPr/>
          <p:nvPr/>
        </p:nvGrpSpPr>
        <p:grpSpPr>
          <a:xfrm>
            <a:off x="9144000" y="2952000"/>
            <a:ext cx="7134840" cy="2728440"/>
            <a:chOff x="9144000" y="2952000"/>
            <a:chExt cx="7134840" cy="2728440"/>
          </a:xfrm>
        </p:grpSpPr>
        <p:sp>
          <p:nvSpPr>
            <p:cNvPr id="676" name="Google Shape;1200;p 3"/>
            <p:cNvSpPr/>
            <p:nvPr/>
          </p:nvSpPr>
          <p:spPr>
            <a:xfrm>
              <a:off x="10562400" y="2952000"/>
              <a:ext cx="5716440" cy="272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Заказной анализ иногда недостаточен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Была заказана аналитика рынка, но по некоторым причинам хотелось ее перепроверить альтернативными способами. Большего сказать не могу.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7" name="Google Shape;1201;p 3"/>
            <p:cNvSpPr/>
            <p:nvPr/>
          </p:nvSpPr>
          <p:spPr>
            <a:xfrm>
              <a:off x="9144000" y="2952000"/>
              <a:ext cx="1000440" cy="10004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8" name="Google Shape;1202;p 3"/>
          <p:cNvSpPr/>
          <p:nvPr/>
        </p:nvSpPr>
        <p:spPr>
          <a:xfrm>
            <a:off x="551880" y="489600"/>
            <a:ext cx="15288120" cy="14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Проблемы с которыми столкнулись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9" name="Google Shape;1190;p 1"/>
          <p:cNvGrpSpPr/>
          <p:nvPr/>
        </p:nvGrpSpPr>
        <p:grpSpPr>
          <a:xfrm>
            <a:off x="558000" y="2952000"/>
            <a:ext cx="7139520" cy="2728440"/>
            <a:chOff x="558000" y="2952000"/>
            <a:chExt cx="7139520" cy="2728440"/>
          </a:xfrm>
        </p:grpSpPr>
        <p:sp>
          <p:nvSpPr>
            <p:cNvPr id="680" name="Google Shape;1191;p 2"/>
            <p:cNvSpPr/>
            <p:nvPr/>
          </p:nvSpPr>
          <p:spPr>
            <a:xfrm>
              <a:off x="1981080" y="2952000"/>
              <a:ext cx="5716440" cy="272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Очень много ручного труда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При классификации проектов с помощью поиска подстрок и ключевых слов требуется написать огромное количество условий для того, чтобы добиться классификации значительной части проектов.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1" name="Google Shape;1192;p 2"/>
            <p:cNvSpPr/>
            <p:nvPr/>
          </p:nvSpPr>
          <p:spPr>
            <a:xfrm>
              <a:off x="558000" y="2952000"/>
              <a:ext cx="1000440" cy="10004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2" name="Google Shape;1193;p 2"/>
          <p:cNvGrpSpPr/>
          <p:nvPr/>
        </p:nvGrpSpPr>
        <p:grpSpPr>
          <a:xfrm>
            <a:off x="551880" y="6418080"/>
            <a:ext cx="7145640" cy="2728440"/>
            <a:chOff x="551880" y="6418080"/>
            <a:chExt cx="7145640" cy="2728440"/>
          </a:xfrm>
        </p:grpSpPr>
        <p:sp>
          <p:nvSpPr>
            <p:cNvPr id="683" name="Google Shape;1194;p 2"/>
            <p:cNvSpPr/>
            <p:nvPr/>
          </p:nvSpPr>
          <p:spPr>
            <a:xfrm>
              <a:off x="1981080" y="6419880"/>
              <a:ext cx="5716440" cy="272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Невозможно покрыть все разнообразие проектов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После определенного процента классифицированных проектов остается «длинный хвост», т.е. те проекты, которые настолько кникальны, что добавление слов для поиска почти перестает увеличивать количество классифицированных проектов.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4" name="Google Shape;1195;p 2"/>
            <p:cNvSpPr/>
            <p:nvPr/>
          </p:nvSpPr>
          <p:spPr>
            <a:xfrm>
              <a:off x="551880" y="6418080"/>
              <a:ext cx="997920" cy="997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5" name="Google Shape;1196;p 2"/>
          <p:cNvGrpSpPr/>
          <p:nvPr/>
        </p:nvGrpSpPr>
        <p:grpSpPr>
          <a:xfrm>
            <a:off x="9144000" y="6422400"/>
            <a:ext cx="7134840" cy="2723760"/>
            <a:chOff x="9144000" y="6422400"/>
            <a:chExt cx="7134840" cy="2723760"/>
          </a:xfrm>
        </p:grpSpPr>
        <p:sp>
          <p:nvSpPr>
            <p:cNvPr id="686" name="Google Shape;1197;p 2"/>
            <p:cNvSpPr/>
            <p:nvPr/>
          </p:nvSpPr>
          <p:spPr>
            <a:xfrm>
              <a:off x="10562400" y="6429240"/>
              <a:ext cx="5716440" cy="271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Порядок применения условий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При поиске подстрок и ключевых слов одни классы  могут затенять другие. То есть порядок рассмотрения условий поиска влияет на то к какому классу отнесется проект, если в названии проекта встречаются слова из разных классов.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7" name="Google Shape;1198;p 2"/>
            <p:cNvSpPr/>
            <p:nvPr/>
          </p:nvSpPr>
          <p:spPr>
            <a:xfrm>
              <a:off x="9144000" y="6422400"/>
              <a:ext cx="993240" cy="9932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4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8" name="Google Shape;1199;p 2"/>
          <p:cNvGrpSpPr/>
          <p:nvPr/>
        </p:nvGrpSpPr>
        <p:grpSpPr>
          <a:xfrm>
            <a:off x="9144000" y="2952000"/>
            <a:ext cx="7134840" cy="2728440"/>
            <a:chOff x="9144000" y="2952000"/>
            <a:chExt cx="7134840" cy="2728440"/>
          </a:xfrm>
        </p:grpSpPr>
        <p:sp>
          <p:nvSpPr>
            <p:cNvPr id="689" name="Google Shape;1200;p 2"/>
            <p:cNvSpPr/>
            <p:nvPr/>
          </p:nvSpPr>
          <p:spPr>
            <a:xfrm>
              <a:off x="10562400" y="2952000"/>
              <a:ext cx="5716440" cy="2728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Ограничения инструментов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Как следствие из пункта 1 – в инструменте поиска требуется создавать гигантские формулы для классификации проектов путем простого поиска. В нашем случае мы достигли максимума возможностей PowerBI. Можно было бы перейти на другой инструмент или просто скрипт на python, но это бы не решило проблемы 3 и 4.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0" name="Google Shape;1201;p 2"/>
            <p:cNvSpPr/>
            <p:nvPr/>
          </p:nvSpPr>
          <p:spPr>
            <a:xfrm>
              <a:off x="9144000" y="2952000"/>
              <a:ext cx="1000440" cy="10004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91" name="Google Shape;1202;p 2"/>
          <p:cNvSpPr/>
          <p:nvPr/>
        </p:nvSpPr>
        <p:spPr>
          <a:xfrm>
            <a:off x="551880" y="489600"/>
            <a:ext cx="14291280" cy="14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Проблемы простого поиска слов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1096;p 1"/>
          <p:cNvSpPr/>
          <p:nvPr/>
        </p:nvSpPr>
        <p:spPr>
          <a:xfrm>
            <a:off x="551880" y="489600"/>
            <a:ext cx="12862440" cy="61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000" bIns="9144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7200" b="1" u="none" strike="noStrike">
                <a:solidFill>
                  <a:srgbClr val="4bd0a0"/>
                </a:solidFill>
                <a:effectLst/>
                <a:uFillTx/>
                <a:latin typeface="Proxima Nova"/>
                <a:ea typeface="Proxima Nova"/>
              </a:rPr>
              <a:t>Но основная проблема:</a:t>
            </a:r>
            <a:endParaRPr lang="ru-RU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НЕТ НИКАКОЙ СТАНДАРТИЗАЦИИ В ИМЕНОВАНИИ ПРОЕКТОВ!</a:t>
            </a:r>
            <a:endParaRPr lang="ru-RU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1030;p 2"/>
          <p:cNvSpPr/>
          <p:nvPr/>
        </p:nvSpPr>
        <p:spPr>
          <a:xfrm>
            <a:off x="12611880" y="3974400"/>
            <a:ext cx="5675760" cy="56757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694" name="Google Shape;1031;p 3"/>
          <p:cNvSpPr/>
          <p:nvPr/>
        </p:nvSpPr>
        <p:spPr>
          <a:xfrm>
            <a:off x="6934320" y="3952800"/>
            <a:ext cx="5675760" cy="56757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2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Google Shape;1032;p 3"/>
          <p:cNvSpPr/>
          <p:nvPr/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Описание проекта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1133;p 1"/>
          <p:cNvSpPr/>
          <p:nvPr/>
        </p:nvSpPr>
        <p:spPr>
          <a:xfrm>
            <a:off x="551880" y="2217600"/>
            <a:ext cx="754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Автомобильные дороги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Водоотведение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Водопроводы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Газоны, дорожки, площадки, фонтаны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Газопроводы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Горные выработки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Железнодорожные пути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Заводы, фабрики, индустриальные парки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Здания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Инженерное обеспечение территорий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Google Shape;1134;p 1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4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Цель проекта: разделить список проектов капитального строительства на 19 классов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Google Shape;1133;p 2"/>
          <p:cNvSpPr/>
          <p:nvPr/>
        </p:nvSpPr>
        <p:spPr>
          <a:xfrm>
            <a:off x="8460000" y="2160000"/>
            <a:ext cx="846000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Инфраструктура наземного электротранспорта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Линии электропередачи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Метрополитены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Мосты и тоннели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Наружное освещение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Нефтепроводы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Сооружения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Теплопроводы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Технологические установки 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9" name="Google Shape;880;p55"/>
          <p:cNvGrpSpPr/>
          <p:nvPr/>
        </p:nvGrpSpPr>
        <p:grpSpPr>
          <a:xfrm>
            <a:off x="551880" y="2462400"/>
            <a:ext cx="10004040" cy="489240"/>
            <a:chOff x="551880" y="2462400"/>
            <a:chExt cx="10004040" cy="489240"/>
          </a:xfrm>
        </p:grpSpPr>
        <p:sp>
          <p:nvSpPr>
            <p:cNvPr id="700" name="Google Shape;881;p 1"/>
            <p:cNvSpPr/>
            <p:nvPr/>
          </p:nvSpPr>
          <p:spPr>
            <a:xfrm>
              <a:off x="1981080" y="2462400"/>
              <a:ext cx="8574840" cy="48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Данные «Единого государственного реестра» за 2022-2024 годы. Примерно 260000 записей.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Google Shape;882;p 1"/>
            <p:cNvSpPr/>
            <p:nvPr/>
          </p:nvSpPr>
          <p:spPr>
            <a:xfrm>
              <a:off x="551880" y="2464200"/>
              <a:ext cx="485640" cy="4856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2" name="Google Shape;883;p 1"/>
          <p:cNvGrpSpPr/>
          <p:nvPr/>
        </p:nvGrpSpPr>
        <p:grpSpPr>
          <a:xfrm>
            <a:off x="551880" y="3452400"/>
            <a:ext cx="10004040" cy="500040"/>
            <a:chOff x="551880" y="3452400"/>
            <a:chExt cx="10004040" cy="500040"/>
          </a:xfrm>
        </p:grpSpPr>
        <p:sp>
          <p:nvSpPr>
            <p:cNvPr id="703" name="Google Shape;884;p 1"/>
            <p:cNvSpPr/>
            <p:nvPr/>
          </p:nvSpPr>
          <p:spPr>
            <a:xfrm>
              <a:off x="1981080" y="3452400"/>
              <a:ext cx="8574840" cy="500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Размеченные экспертом данные - по 100 на каждый класс проектов. Итого 1900 записей.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4" name="Google Shape;885;p 1"/>
            <p:cNvSpPr/>
            <p:nvPr/>
          </p:nvSpPr>
          <p:spPr>
            <a:xfrm>
              <a:off x="551880" y="3459600"/>
              <a:ext cx="485640" cy="4856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05" name="Google Shape;886;p 1"/>
          <p:cNvGrpSpPr/>
          <p:nvPr/>
        </p:nvGrpSpPr>
        <p:grpSpPr>
          <a:xfrm>
            <a:off x="551880" y="4442400"/>
            <a:ext cx="10004040" cy="503640"/>
            <a:chOff x="551880" y="4442400"/>
            <a:chExt cx="10004040" cy="503640"/>
          </a:xfrm>
        </p:grpSpPr>
        <p:sp>
          <p:nvSpPr>
            <p:cNvPr id="706" name="Google Shape;887;p 1"/>
            <p:cNvSpPr/>
            <p:nvPr/>
          </p:nvSpPr>
          <p:spPr>
            <a:xfrm>
              <a:off x="1981080" y="4442400"/>
              <a:ext cx="8574840" cy="503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Файл с ключевыми словами, вероятно относящими проект к тому или иному классу.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7" name="Google Shape;888;p 1"/>
            <p:cNvSpPr/>
            <p:nvPr/>
          </p:nvSpPr>
          <p:spPr>
            <a:xfrm>
              <a:off x="551880" y="4451400"/>
              <a:ext cx="485640" cy="48564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8" name="Google Shape;901;p 1"/>
          <p:cNvSpPr/>
          <p:nvPr/>
        </p:nvSpPr>
        <p:spPr>
          <a:xfrm>
            <a:off x="551880" y="489600"/>
            <a:ext cx="14291640" cy="14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Данные 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1133;p 3"/>
          <p:cNvSpPr/>
          <p:nvPr/>
        </p:nvSpPr>
        <p:spPr>
          <a:xfrm>
            <a:off x="551880" y="2217600"/>
            <a:ext cx="1286244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Капитальный ремонт вентиляционных киосков Московского метрополитена. ВШ-848, Почтовый адрес: 'Москва, Большой Кисловский переулок, д. 10 район Арбат Центрального административного округа города Москвы'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Реконструкция тепловых сетей от ЦТП № 117, Почтовый адрес: 'Российская Федерация, Кировская область, г.Киров, ул.Свободы,138'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Берегоукрепительные (берегозащитные) сооружения. База отдыха "Мыс Айя", Почтовый адрес: 'Россия, Республика Крым, Севастополь, урочище Батилиман'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Капитальный ремонт по объекту: "МАДОУ д/с "Детство", расположенного по адресу: Московская область, г. Котельники, мкр. Ковровый, д. 35", Почтовый адрес: 'Московская область, г. Котельники'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Google Shape;1134;p 3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Примеры записей реестра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1133;p 6"/>
          <p:cNvSpPr/>
          <p:nvPr/>
        </p:nvSpPr>
        <p:spPr>
          <a:xfrm>
            <a:off x="551880" y="2217600"/>
            <a:ext cx="1286244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"МАДОУ" "Здания", "ГАПОУ" "Здания"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"градирня" "Сооружения", "Посадочная площадка" "Сооружения", "космодром" "Сооружения"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"Логистический комплекс" "Заводы, фабрики, индустриальные парки"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Google Shape;1134;p 5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Примеры записей в файле ключевых слов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1133;p 4"/>
          <p:cNvSpPr/>
          <p:nvPr/>
        </p:nvSpPr>
        <p:spPr>
          <a:xfrm>
            <a:off x="551880" y="2217600"/>
            <a:ext cx="1286244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Подготовить данные для анализа – убрать пустые строки, убрать нерелевантные части имен проектов, считать ключевые слова и выражения и привести их к нормальной форме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Векторизовать обработанные тексты различными способами и классифицировать используя разные модели, замеряя результаты.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Использовать набор ключевых слов, которые дал эксперт предметной области, для модификации векторов текстов для увеличения вероятности отнесения проекта к тому или иному классу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Google Shape;1134;p 2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Общая идея решения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1133;p 5"/>
          <p:cNvSpPr/>
          <p:nvPr/>
        </p:nvSpPr>
        <p:spPr>
          <a:xfrm>
            <a:off x="551880" y="2217600"/>
            <a:ext cx="1546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Удалены пустые строки. В нашем датасете это строки с записью в имени проекта «Не требуется». Таких записей около 8000.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Удалены части имен проектов, содержащие адрес. Эти части дают много семантического шума, поскольку имена улиц и населенных пунктов могут содержать слова семантически близкие к какой-то категории. Например: поселок Газопровод или поселок Мелиоративный.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Собран словарь ключевых слов, предварительно приведенных в нормальную форму (кроме аббревиатур), удалена пунктуация и стоп-слова.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Google Shape;1134;p 4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Обработка данных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1133;p 7"/>
          <p:cNvSpPr/>
          <p:nvPr/>
        </p:nvSpPr>
        <p:spPr>
          <a:xfrm>
            <a:off x="551880" y="2217600"/>
            <a:ext cx="1546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векторизация с помощью Word2Vec библиотеки gensim.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Размер вектора равен 300, величина окна – 5.Модель была создана с передачей всего доступного корпуса текстов, которые предварительно были токенезированы и приведены в нормальную форму. 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 словарь ключевых слов и выражений. Был создан вектор из 19 (количество классов) элементов и для каждого текста инкрементировался соответствующий элемент вектора, если в тексте было найдено слово из словаря отнесенное к определенному классу. Далее полученный вектор конкатенирован с вектором из Wod2Vec и финальный вектор нормализован. 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 SentenceTansformer с моделью "sberbank-ai/sbert_large_nlu_ru" в которую подавался не лемматизированный текст.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Google Shape;1134;p 6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Векторизация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1133;p 8"/>
          <p:cNvSpPr/>
          <p:nvPr/>
        </p:nvSpPr>
        <p:spPr>
          <a:xfrm>
            <a:off x="551880" y="2217600"/>
            <a:ext cx="1546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логистической регрессии из библиотеки sklearn.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XGBoost. 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CatBoost.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LightGBM.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Google Shape;1134;p 7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Классификация. Выполнена для каждого способа векторизации.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1030;p 3"/>
          <p:cNvSpPr/>
          <p:nvPr/>
        </p:nvSpPr>
        <p:spPr>
          <a:xfrm>
            <a:off x="12611880" y="3974400"/>
            <a:ext cx="5675760" cy="56757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22" name="Google Shape;1031;p 4"/>
          <p:cNvSpPr/>
          <p:nvPr/>
        </p:nvSpPr>
        <p:spPr>
          <a:xfrm>
            <a:off x="6934320" y="3952800"/>
            <a:ext cx="5675760" cy="56757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3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Google Shape;1032;p 4"/>
          <p:cNvSpPr/>
          <p:nvPr/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Результаты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24" name="Google Shape;2256;p 1"/>
          <p:cNvGraphicFramePr/>
          <p:nvPr/>
        </p:nvGraphicFramePr>
        <p:xfrm>
          <a:off x="711720" y="1468800"/>
          <a:ext cx="16459200" cy="8251200"/>
        </p:xfrm>
        <a:graphic>
          <a:graphicData uri="http://schemas.openxmlformats.org/drawingml/2006/table">
            <a:tbl>
              <a:tblPr/>
              <a:tblGrid>
                <a:gridCol w="4348440"/>
                <a:gridCol w="3227040"/>
                <a:gridCol w="3122640"/>
                <a:gridCol w="2778480"/>
                <a:gridCol w="2982960"/>
              </a:tblGrid>
              <a:tr h="466560">
                <a:tc>
                  <a:txBody>
                    <a:bodyPr lIns="108000" rIns="0" t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Способ векторизации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10800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LogReg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XGBoost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 algn="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CatBoost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 algn="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0" bIns="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LightGBM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 algn="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0" marR="10800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85640">
                <a:tc>
                  <a:txBody>
                    <a:bodyPr lIns="108000" rIns="0" tIns="36000" bIns="0" anchor="ctr">
                      <a:noAutofit/>
                    </a:bodyPr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1. 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Без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0.8552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'solver':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'penalty': 'l2'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'max_iter': 1000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'C': 50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0.8078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 n_estimators: 200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0.7947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1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0.1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300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3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 algn="r"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—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36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2. 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После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0.8710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solver: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penalty: l2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max_iter: 1000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C: 50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0.8263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max_depth: 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n_estimators: 300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reg_lambda: 0.01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reg_alpha: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subsample: 0.7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0.8105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random_strength: 1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0.1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l2_leaf_reg: 4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Iterations: 500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depth: 6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bagging_temperature: 1.0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t">
                      <a:noAutofit/>
                    </a:bodyPr>
                    <a:p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0.8184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subsample: 0.9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reg_alpha: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num_leaves: 30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n_estimators: 500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max_depth: 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r>
                        <a:rPr lang="ru-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boosting_type: 'dart'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3. 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0.8789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solver: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penalty: 'l2'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max_iter: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C: 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0.8605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0.01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400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0.8421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0.5 learning_rate: 0.1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500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6 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0.8631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0.5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num_leaves: 40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500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5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0.3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boosting_type: 'dart'</a:t>
                      </a:r>
                      <a:endParaRPr lang="ru-RU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4. </a:t>
                      </a: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 добавлением вектора ключевых слов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0.9657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solver':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penalty: 'l1'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max_iter: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C: 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0.01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150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0.5 learning_rate: 0.5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300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108000" tIns="72000" bIns="0" anchor="t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0.8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num_leaves: 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boosting_type: gbdt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Proxima Nova"/>
                      </a:endParaRPr>
                    </a:p>
                  </a:txBody>
                  <a:tcPr anchor="t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</a:tr>
            </a:tbl>
          </a:graphicData>
        </a:graphic>
      </p:graphicFrame>
      <p:sp>
        <p:nvSpPr>
          <p:cNvPr id="725" name="Google Shape;2257;p 1"/>
          <p:cNvSpPr/>
          <p:nvPr/>
        </p:nvSpPr>
        <p:spPr>
          <a:xfrm>
            <a:off x="551880" y="489600"/>
            <a:ext cx="14308920" cy="17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Результаты (accuracy)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1030;p 4"/>
          <p:cNvSpPr/>
          <p:nvPr/>
        </p:nvSpPr>
        <p:spPr>
          <a:xfrm>
            <a:off x="12611880" y="3974400"/>
            <a:ext cx="5675760" cy="56757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27" name="Google Shape;1031;p 5"/>
          <p:cNvSpPr/>
          <p:nvPr/>
        </p:nvSpPr>
        <p:spPr>
          <a:xfrm>
            <a:off x="6934320" y="3952800"/>
            <a:ext cx="5675760" cy="56757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3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Google Shape;1032;p 5"/>
          <p:cNvSpPr/>
          <p:nvPr/>
        </p:nvSpPr>
        <p:spPr>
          <a:xfrm>
            <a:off x="551880" y="489600"/>
            <a:ext cx="14291640" cy="494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Выводы.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Планы развития.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1133;p 9"/>
          <p:cNvSpPr/>
          <p:nvPr/>
        </p:nvSpPr>
        <p:spPr>
          <a:xfrm>
            <a:off x="551880" y="2217600"/>
            <a:ext cx="1546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Самая простая модель показала себя лучше, чем сложные модели. Делаю вывод, что для такой задачи очень мало данных (100 записей на каждый класс). Думаю это привело к переобучению сложных моделей несмотря на все мои попытки их регуляризации.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Удаление нерелевантных частей (адресов) из текстов повышает качество (точность) на несколько процентов.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Несмотря на то, что SentenceTransformer был использован с довольно большой и современной моделью векторизация Word2Vec для данной задачи дает заметно лучший результат.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RandomSearchCV показывает себя довольно хорошо по сравнению с GridSearchCV. Не получилось добиться сильно лучших результатов перебором всех комбинаций параметров.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Добавление вектора основанного на вхождении в текст аббревиатур и устойчивых выражений сильно улучшает результат.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Google Shape;1134;p 8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Выводы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1133;p 10"/>
          <p:cNvSpPr/>
          <p:nvPr/>
        </p:nvSpPr>
        <p:spPr>
          <a:xfrm>
            <a:off x="551880" y="2217600"/>
            <a:ext cx="15468120" cy="61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Для качественного решения этой задачи нужно больше размеченных данных, текущее количество данных не позволяет выделить валидационную выборку для контроля переобучения, сделать большое количество фолдов для кросс-валидации.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Глядя на результаты работы Word2Vec думаю стоит попробовать обучить модель на релевантных ГОСТ-ах и СНИП-ах с разными о размерами окон и векторов. Предполагаю, что это даст хороший результат для редко встречающихся слов в корпусе проектов.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Несмотря на то, что учет аббревиатур и устойчивых выражений дает хороший результат – хочется использовать такой подход по минимуму. Фактически это «умный» поиск по словам и его основная проблема – он плохо работает с редкими вариантами, а они обычно наиболее сложны в классификации.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Хочется попробовать дообучить нейросеть архитектуры BERT, тот же </a:t>
            </a: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sbert_large_nlu_ru и посмореть на результат. Как развитие можно подумать в сторону дообучения его на нормативных документах.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Google Shape;1134;p 9"/>
          <p:cNvSpPr/>
          <p:nvPr/>
        </p:nvSpPr>
        <p:spPr>
          <a:xfrm>
            <a:off x="551880" y="489600"/>
            <a:ext cx="14291280" cy="147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Что можно улучшить и развить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3" name="Google Shape;1609;p 1"/>
          <p:cNvGrpSpPr/>
          <p:nvPr/>
        </p:nvGrpSpPr>
        <p:grpSpPr>
          <a:xfrm>
            <a:off x="3949200" y="723960"/>
            <a:ext cx="19132920" cy="9562680"/>
            <a:chOff x="3949200" y="723960"/>
            <a:chExt cx="19132920" cy="9562680"/>
          </a:xfrm>
        </p:grpSpPr>
        <p:sp>
          <p:nvSpPr>
            <p:cNvPr id="734" name="Google Shape;1610;p 2"/>
            <p:cNvSpPr/>
            <p:nvPr/>
          </p:nvSpPr>
          <p:spPr>
            <a:xfrm>
              <a:off x="13519440" y="723960"/>
              <a:ext cx="9562680" cy="9562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35" name="Google Shape;1611;p 2"/>
            <p:cNvSpPr/>
            <p:nvPr/>
          </p:nvSpPr>
          <p:spPr>
            <a:xfrm>
              <a:off x="3949200" y="723960"/>
              <a:ext cx="9562680" cy="9562680"/>
            </a:xfrm>
            <a:prstGeom prst="ellipse">
              <a:avLst/>
            </a:prstGeom>
            <a:noFill/>
            <a:ln w="284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736" name="Google Shape;1612;p 2"/>
          <p:cNvSpPr/>
          <p:nvPr/>
        </p:nvSpPr>
        <p:spPr>
          <a:xfrm>
            <a:off x="551880" y="489600"/>
            <a:ext cx="12862080" cy="270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00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Спасибо за внимание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7" name="Google Shape;1624;p 2"/>
          <p:cNvGrpSpPr/>
          <p:nvPr/>
        </p:nvGrpSpPr>
        <p:grpSpPr>
          <a:xfrm>
            <a:off x="17477640" y="9375480"/>
            <a:ext cx="516600" cy="530280"/>
            <a:chOff x="17477640" y="9375480"/>
            <a:chExt cx="516600" cy="530280"/>
          </a:xfrm>
        </p:grpSpPr>
        <p:sp>
          <p:nvSpPr>
            <p:cNvPr id="738" name="Google Shape;1625;p 2"/>
            <p:cNvSpPr/>
            <p:nvPr/>
          </p:nvSpPr>
          <p:spPr>
            <a:xfrm>
              <a:off x="1747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39" name="Google Shape;1626;p 2"/>
            <p:cNvSpPr/>
            <p:nvPr/>
          </p:nvSpPr>
          <p:spPr>
            <a:xfrm>
              <a:off x="1747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40" name="Google Shape;1627;p 2"/>
            <p:cNvSpPr/>
            <p:nvPr/>
          </p:nvSpPr>
          <p:spPr>
            <a:xfrm>
              <a:off x="17747640" y="937548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741" name="Google Shape;1628;p 2"/>
            <p:cNvSpPr/>
            <p:nvPr/>
          </p:nvSpPr>
          <p:spPr>
            <a:xfrm>
              <a:off x="17747640" y="9653400"/>
              <a:ext cx="246600" cy="252360"/>
            </a:xfrm>
            <a:custGeom>
              <a:avLst/>
              <a:gdLst>
                <a:gd name="textAreaLeft" fmla="*/ 0 w 246600"/>
                <a:gd name="textAreaRight" fmla="*/ 246960 w 246600"/>
                <a:gd name="textAreaTop" fmla="*/ 0 h 252360"/>
                <a:gd name="textAreaBottom" fmla="*/ 252720 h 25236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742" name="Google Shape;1629;p 2"/>
          <p:cNvGrpSpPr/>
          <p:nvPr/>
        </p:nvGrpSpPr>
        <p:grpSpPr>
          <a:xfrm>
            <a:off x="7868160" y="9004680"/>
            <a:ext cx="4284360" cy="741240"/>
            <a:chOff x="7868160" y="9004680"/>
            <a:chExt cx="4284360" cy="741240"/>
          </a:xfrm>
        </p:grpSpPr>
        <p:sp>
          <p:nvSpPr>
            <p:cNvPr id="743" name="Google Shape;1630;p 2"/>
            <p:cNvSpPr/>
            <p:nvPr/>
          </p:nvSpPr>
          <p:spPr>
            <a:xfrm>
              <a:off x="8616600" y="9004680"/>
              <a:ext cx="3535920" cy="741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marL="180000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tyan.evgeniy@gmail.com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4" name="Google Shape;1632;p 2"/>
            <p:cNvSpPr/>
            <p:nvPr/>
          </p:nvSpPr>
          <p:spPr>
            <a:xfrm>
              <a:off x="7868160" y="9005400"/>
              <a:ext cx="740160" cy="740160"/>
            </a:xfrm>
            <a:custGeom>
              <a:avLst/>
              <a:gdLst>
                <a:gd name="textAreaLeft" fmla="*/ 0 w 740160"/>
                <a:gd name="textAreaRight" fmla="*/ 740520 w 740160"/>
                <a:gd name="textAreaTop" fmla="*/ 0 h 740160"/>
                <a:gd name="textAreaBottom" fmla="*/ 740520 h 74016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745" name="Google Shape;2062;p 4"/>
          <p:cNvSpPr/>
          <p:nvPr/>
        </p:nvSpPr>
        <p:spPr>
          <a:xfrm>
            <a:off x="8002080" y="9185760"/>
            <a:ext cx="449640" cy="449280"/>
          </a:xfrm>
          <a:custGeom>
            <a:avLst/>
            <a:gdLst>
              <a:gd name="textAreaLeft" fmla="*/ 0 w 449640"/>
              <a:gd name="textAreaRight" fmla="*/ 450000 w 449640"/>
              <a:gd name="textAreaTop" fmla="*/ 0 h 449280"/>
              <a:gd name="textAreaBottom" fmla="*/ 449640 h 44928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2375" y="14735"/>
                </a:moveTo>
                <a:cubicBezTo>
                  <a:pt x="12008" y="15178"/>
                  <a:pt x="11621" y="15531"/>
                  <a:pt x="11226" y="15783"/>
                </a:cubicBezTo>
                <a:cubicBezTo>
                  <a:pt x="10834" y="16035"/>
                  <a:pt x="10421" y="16209"/>
                  <a:pt x="10002" y="16302"/>
                </a:cubicBezTo>
                <a:cubicBezTo>
                  <a:pt x="9027" y="16517"/>
                  <a:pt x="8105" y="16493"/>
                  <a:pt x="7342" y="16179"/>
                </a:cubicBezTo>
                <a:cubicBezTo>
                  <a:pt x="6912" y="16003"/>
                  <a:pt x="6537" y="15755"/>
                  <a:pt x="6227" y="15442"/>
                </a:cubicBezTo>
                <a:cubicBezTo>
                  <a:pt x="5915" y="15129"/>
                  <a:pt x="5669" y="14758"/>
                  <a:pt x="5493" y="14340"/>
                </a:cubicBezTo>
                <a:cubicBezTo>
                  <a:pt x="5317" y="13924"/>
                  <a:pt x="5228" y="13459"/>
                  <a:pt x="5228" y="12958"/>
                </a:cubicBezTo>
                <a:cubicBezTo>
                  <a:pt x="5228" y="12161"/>
                  <a:pt x="5386" y="11302"/>
                  <a:pt x="5698" y="10406"/>
                </a:cubicBezTo>
                <a:cubicBezTo>
                  <a:pt x="6010" y="9509"/>
                  <a:pt x="6454" y="8665"/>
                  <a:pt x="7018" y="7900"/>
                </a:cubicBezTo>
                <a:cubicBezTo>
                  <a:pt x="7579" y="7140"/>
                  <a:pt x="8265" y="6498"/>
                  <a:pt x="9058" y="5993"/>
                </a:cubicBezTo>
                <a:cubicBezTo>
                  <a:pt x="9839" y="5496"/>
                  <a:pt x="10706" y="5245"/>
                  <a:pt x="11636" y="5245"/>
                </a:cubicBezTo>
                <a:cubicBezTo>
                  <a:pt x="12014" y="5245"/>
                  <a:pt x="12413" y="5288"/>
                  <a:pt x="12821" y="5373"/>
                </a:cubicBezTo>
                <a:cubicBezTo>
                  <a:pt x="13224" y="5457"/>
                  <a:pt x="13613" y="5599"/>
                  <a:pt x="13978" y="5795"/>
                </a:cubicBezTo>
                <a:cubicBezTo>
                  <a:pt x="14337" y="5989"/>
                  <a:pt x="14658" y="6246"/>
                  <a:pt x="14931" y="6561"/>
                </a:cubicBezTo>
                <a:cubicBezTo>
                  <a:pt x="15189" y="6858"/>
                  <a:pt x="15389" y="7238"/>
                  <a:pt x="15526" y="7692"/>
                </a:cubicBezTo>
                <a:lnTo>
                  <a:pt x="13353" y="13035"/>
                </a:lnTo>
                <a:cubicBezTo>
                  <a:pt x="13072" y="13720"/>
                  <a:pt x="12743" y="14292"/>
                  <a:pt x="12375" y="14735"/>
                </a:cubicBezTo>
                <a:moveTo>
                  <a:pt x="20215" y="16108"/>
                </a:moveTo>
                <a:cubicBezTo>
                  <a:pt x="19749" y="16741"/>
                  <a:pt x="19196" y="17344"/>
                  <a:pt x="18569" y="17900"/>
                </a:cubicBezTo>
                <a:cubicBezTo>
                  <a:pt x="17943" y="18456"/>
                  <a:pt x="17242" y="18946"/>
                  <a:pt x="16484" y="19359"/>
                </a:cubicBezTo>
                <a:cubicBezTo>
                  <a:pt x="15729" y="19770"/>
                  <a:pt x="14914" y="20096"/>
                  <a:pt x="14064" y="20327"/>
                </a:cubicBezTo>
                <a:cubicBezTo>
                  <a:pt x="13217" y="20556"/>
                  <a:pt x="12316" y="20673"/>
                  <a:pt x="11388" y="20673"/>
                </a:cubicBezTo>
                <a:cubicBezTo>
                  <a:pt x="9991" y="20673"/>
                  <a:pt x="8647" y="20458"/>
                  <a:pt x="7393" y="20036"/>
                </a:cubicBezTo>
                <a:cubicBezTo>
                  <a:pt x="6143" y="19615"/>
                  <a:pt x="5029" y="18981"/>
                  <a:pt x="4083" y="18149"/>
                </a:cubicBezTo>
                <a:cubicBezTo>
                  <a:pt x="3138" y="17320"/>
                  <a:pt x="2378" y="16274"/>
                  <a:pt x="1823" y="15041"/>
                </a:cubicBezTo>
                <a:cubicBezTo>
                  <a:pt x="1269" y="13809"/>
                  <a:pt x="989" y="12357"/>
                  <a:pt x="989" y="10727"/>
                </a:cubicBezTo>
                <a:cubicBezTo>
                  <a:pt x="989" y="9370"/>
                  <a:pt x="1254" y="8086"/>
                  <a:pt x="1777" y="6911"/>
                </a:cubicBezTo>
                <a:cubicBezTo>
                  <a:pt x="2301" y="5736"/>
                  <a:pt x="3037" y="4693"/>
                  <a:pt x="3964" y="3814"/>
                </a:cubicBezTo>
                <a:cubicBezTo>
                  <a:pt x="4892" y="2933"/>
                  <a:pt x="6002" y="2230"/>
                  <a:pt x="7264" y="1722"/>
                </a:cubicBezTo>
                <a:cubicBezTo>
                  <a:pt x="8526" y="1215"/>
                  <a:pt x="9914" y="958"/>
                  <a:pt x="11388" y="958"/>
                </a:cubicBezTo>
                <a:cubicBezTo>
                  <a:pt x="12700" y="958"/>
                  <a:pt x="13940" y="1156"/>
                  <a:pt x="15072" y="1549"/>
                </a:cubicBezTo>
                <a:cubicBezTo>
                  <a:pt x="16200" y="1942"/>
                  <a:pt x="17185" y="2497"/>
                  <a:pt x="17998" y="3203"/>
                </a:cubicBezTo>
                <a:cubicBezTo>
                  <a:pt x="18809" y="3906"/>
                  <a:pt x="19455" y="4765"/>
                  <a:pt x="19917" y="5754"/>
                </a:cubicBezTo>
                <a:cubicBezTo>
                  <a:pt x="20377" y="6743"/>
                  <a:pt x="20611" y="7843"/>
                  <a:pt x="20611" y="9023"/>
                </a:cubicBezTo>
                <a:cubicBezTo>
                  <a:pt x="20611" y="10070"/>
                  <a:pt x="20418" y="11059"/>
                  <a:pt x="20038" y="11962"/>
                </a:cubicBezTo>
                <a:cubicBezTo>
                  <a:pt x="19656" y="12869"/>
                  <a:pt x="19171" y="13663"/>
                  <a:pt x="18598" y="14320"/>
                </a:cubicBezTo>
                <a:cubicBezTo>
                  <a:pt x="18028" y="14976"/>
                  <a:pt x="17393" y="15502"/>
                  <a:pt x="16714" y="15880"/>
                </a:cubicBezTo>
                <a:cubicBezTo>
                  <a:pt x="16044" y="16255"/>
                  <a:pt x="15398" y="16444"/>
                  <a:pt x="14792" y="16444"/>
                </a:cubicBezTo>
                <a:cubicBezTo>
                  <a:pt x="14424" y="16444"/>
                  <a:pt x="14151" y="16374"/>
                  <a:pt x="13980" y="16235"/>
                </a:cubicBezTo>
                <a:cubicBezTo>
                  <a:pt x="13810" y="16098"/>
                  <a:pt x="13710" y="15916"/>
                  <a:pt x="13675" y="15677"/>
                </a:cubicBezTo>
                <a:cubicBezTo>
                  <a:pt x="13638" y="15420"/>
                  <a:pt x="13667" y="15109"/>
                  <a:pt x="13764" y="14754"/>
                </a:cubicBezTo>
                <a:cubicBezTo>
                  <a:pt x="13864" y="14385"/>
                  <a:pt x="14007" y="13983"/>
                  <a:pt x="14190" y="13556"/>
                </a:cubicBezTo>
                <a:lnTo>
                  <a:pt x="17729" y="4845"/>
                </a:lnTo>
                <a:lnTo>
                  <a:pt x="16677" y="4845"/>
                </a:lnTo>
                <a:lnTo>
                  <a:pt x="16026" y="6544"/>
                </a:lnTo>
                <a:cubicBezTo>
                  <a:pt x="15715" y="5890"/>
                  <a:pt x="15207" y="5363"/>
                  <a:pt x="14512" y="4972"/>
                </a:cubicBezTo>
                <a:cubicBezTo>
                  <a:pt x="13703" y="4517"/>
                  <a:pt x="12777" y="4287"/>
                  <a:pt x="11759" y="4287"/>
                </a:cubicBezTo>
                <a:cubicBezTo>
                  <a:pt x="10637" y="4287"/>
                  <a:pt x="9596" y="4568"/>
                  <a:pt x="8663" y="5121"/>
                </a:cubicBezTo>
                <a:cubicBezTo>
                  <a:pt x="7739" y="5669"/>
                  <a:pt x="6940" y="6381"/>
                  <a:pt x="6289" y="7238"/>
                </a:cubicBezTo>
                <a:cubicBezTo>
                  <a:pt x="5641" y="8091"/>
                  <a:pt x="5132" y="9032"/>
                  <a:pt x="4777" y="10034"/>
                </a:cubicBezTo>
                <a:cubicBezTo>
                  <a:pt x="4420" y="11037"/>
                  <a:pt x="4240" y="12021"/>
                  <a:pt x="4240" y="12958"/>
                </a:cubicBezTo>
                <a:cubicBezTo>
                  <a:pt x="4240" y="13568"/>
                  <a:pt x="4354" y="14151"/>
                  <a:pt x="4579" y="14689"/>
                </a:cubicBezTo>
                <a:cubicBezTo>
                  <a:pt x="4804" y="15227"/>
                  <a:pt x="5113" y="15701"/>
                  <a:pt x="5499" y="16097"/>
                </a:cubicBezTo>
                <a:cubicBezTo>
                  <a:pt x="5887" y="16495"/>
                  <a:pt x="6354" y="16815"/>
                  <a:pt x="6889" y="17048"/>
                </a:cubicBezTo>
                <a:cubicBezTo>
                  <a:pt x="8063" y="17561"/>
                  <a:pt x="9489" y="17484"/>
                  <a:pt x="10904" y="17025"/>
                </a:cubicBezTo>
                <a:cubicBezTo>
                  <a:pt x="11562" y="16811"/>
                  <a:pt x="12160" y="16412"/>
                  <a:pt x="12689" y="15835"/>
                </a:cubicBezTo>
                <a:cubicBezTo>
                  <a:pt x="12715" y="16226"/>
                  <a:pt x="12874" y="16561"/>
                  <a:pt x="13164" y="16837"/>
                </a:cubicBezTo>
                <a:cubicBezTo>
                  <a:pt x="13559" y="17211"/>
                  <a:pt x="14086" y="17402"/>
                  <a:pt x="14731" y="17402"/>
                </a:cubicBezTo>
                <a:cubicBezTo>
                  <a:pt x="15501" y="17402"/>
                  <a:pt x="16307" y="17176"/>
                  <a:pt x="17124" y="16733"/>
                </a:cubicBezTo>
                <a:cubicBezTo>
                  <a:pt x="17934" y="16294"/>
                  <a:pt x="18680" y="15687"/>
                  <a:pt x="19342" y="14930"/>
                </a:cubicBezTo>
                <a:cubicBezTo>
                  <a:pt x="20001" y="14176"/>
                  <a:pt x="20548" y="13284"/>
                  <a:pt x="20967" y="12281"/>
                </a:cubicBezTo>
                <a:cubicBezTo>
                  <a:pt x="21387" y="11274"/>
                  <a:pt x="21600" y="10178"/>
                  <a:pt x="21600" y="9023"/>
                </a:cubicBezTo>
                <a:cubicBezTo>
                  <a:pt x="21600" y="7651"/>
                  <a:pt x="21328" y="6389"/>
                  <a:pt x="20793" y="5274"/>
                </a:cubicBezTo>
                <a:cubicBezTo>
                  <a:pt x="20258" y="4158"/>
                  <a:pt x="19518" y="3199"/>
                  <a:pt x="18594" y="2422"/>
                </a:cubicBezTo>
                <a:cubicBezTo>
                  <a:pt x="17672" y="1647"/>
                  <a:pt x="16579" y="1043"/>
                  <a:pt x="15346" y="627"/>
                </a:cubicBezTo>
                <a:cubicBezTo>
                  <a:pt x="14116" y="211"/>
                  <a:pt x="12784" y="0"/>
                  <a:pt x="11388" y="0"/>
                </a:cubicBezTo>
                <a:cubicBezTo>
                  <a:pt x="9845" y="0"/>
                  <a:pt x="8365" y="271"/>
                  <a:pt x="6989" y="805"/>
                </a:cubicBezTo>
                <a:cubicBezTo>
                  <a:pt x="5612" y="1340"/>
                  <a:pt x="4389" y="2093"/>
                  <a:pt x="3356" y="3045"/>
                </a:cubicBezTo>
                <a:cubicBezTo>
                  <a:pt x="2321" y="3996"/>
                  <a:pt x="1495" y="5137"/>
                  <a:pt x="899" y="6436"/>
                </a:cubicBezTo>
                <a:cubicBezTo>
                  <a:pt x="302" y="7737"/>
                  <a:pt x="0" y="9181"/>
                  <a:pt x="0" y="10727"/>
                </a:cubicBezTo>
                <a:cubicBezTo>
                  <a:pt x="0" y="12605"/>
                  <a:pt x="334" y="14252"/>
                  <a:pt x="993" y="15622"/>
                </a:cubicBezTo>
                <a:cubicBezTo>
                  <a:pt x="1652" y="16992"/>
                  <a:pt x="2528" y="18134"/>
                  <a:pt x="3595" y="19018"/>
                </a:cubicBezTo>
                <a:cubicBezTo>
                  <a:pt x="4661" y="19900"/>
                  <a:pt x="5890" y="20559"/>
                  <a:pt x="7249" y="20975"/>
                </a:cubicBezTo>
                <a:cubicBezTo>
                  <a:pt x="8601" y="21390"/>
                  <a:pt x="9994" y="21600"/>
                  <a:pt x="11388" y="21600"/>
                </a:cubicBezTo>
                <a:cubicBezTo>
                  <a:pt x="12348" y="21600"/>
                  <a:pt x="13317" y="21474"/>
                  <a:pt x="14267" y="21228"/>
                </a:cubicBezTo>
                <a:cubicBezTo>
                  <a:pt x="15214" y="20981"/>
                  <a:pt x="16128" y="20624"/>
                  <a:pt x="16983" y="20169"/>
                </a:cubicBezTo>
                <a:cubicBezTo>
                  <a:pt x="17839" y="19713"/>
                  <a:pt x="18642" y="19152"/>
                  <a:pt x="19372" y="18499"/>
                </a:cubicBezTo>
                <a:cubicBezTo>
                  <a:pt x="20104" y="17845"/>
                  <a:pt x="20729" y="17110"/>
                  <a:pt x="21232" y="16316"/>
                </a:cubicBezTo>
                <a:lnTo>
                  <a:pt x="21411" y="16033"/>
                </a:lnTo>
                <a:lnTo>
                  <a:pt x="20270" y="16033"/>
                </a:lnTo>
                <a:cubicBezTo>
                  <a:pt x="20270" y="16033"/>
                  <a:pt x="20215" y="16108"/>
                  <a:pt x="20215" y="16108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ctr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746" name="Google Shape;1623;p 2"/>
          <p:cNvSpPr/>
          <p:nvPr/>
        </p:nvSpPr>
        <p:spPr>
          <a:xfrm>
            <a:off x="360000" y="7020000"/>
            <a:ext cx="12420000" cy="18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Евгений Тян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Студент курса: «Машинное обучение: фундаментальные инструменты и практики»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Ведущий инженер-программист Renga Software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1507</TotalTime>
  <Application>LibreOffice/25.8.6.2$Windows_X86_64 LibreOffice_project/b4b39682cd9868fa725bc664aff94278d315bd04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2026-05-18T22:48:05Z</dcterms:modified>
  <cp:revision>34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r8>4</vt:r8>
  </property>
  <property fmtid="{D5CDD505-2E9C-101B-9397-08002B2CF9AE}" pid="3" name="Notes">
    <vt:r8>77</vt:r8>
  </property>
  <property fmtid="{D5CDD505-2E9C-101B-9397-08002B2CF9AE}" pid="4" name="PresentationFormat">
    <vt:lpwstr>Произвольный</vt:lpwstr>
  </property>
  <property fmtid="{D5CDD505-2E9C-101B-9397-08002B2CF9AE}" pid="5" name="Slides">
    <vt:r8>77</vt:r8>
  </property>
</Properties>
</file>